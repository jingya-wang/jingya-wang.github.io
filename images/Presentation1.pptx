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1D1E5-ED5C-323F-B561-1FD71B8D61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10B070-58EE-BC96-087B-B74663D8DC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8AB2E-2548-D4E0-9AF8-17AFAB311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E4C7B-EFFD-E840-B454-A14F8DF107CE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1DF82-3DE7-87E0-BB87-A6E74FEEC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9A3F7-D46B-F56A-AD10-D140E090D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D0695-1293-FD45-8D8C-3501D59DB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412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15DC2-F152-782B-5896-C86011A7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128B7-DB80-47E9-0D4F-147F60DBB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A3B27-9F57-C5EF-7AE5-FC6689339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E4C7B-EFFD-E840-B454-A14F8DF107CE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D3087-805E-4EDB-5B70-E71D0F21C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13A70-13A2-5A31-3976-FBCC0E83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D0695-1293-FD45-8D8C-3501D59DB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769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7FDB4-3BC1-74B2-0E5E-CACE0CDB0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546C2-EA6C-5A46-4B6D-2B177157E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68AEC-0905-AE2E-0424-A57281CA7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E4C7B-EFFD-E840-B454-A14F8DF107CE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0E1C6-F220-2701-4EE8-2F23C06D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68B2F-ED97-543B-8148-EC362F56B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D0695-1293-FD45-8D8C-3501D59DB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378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756C2-15AD-277E-5A4A-AE0A81E19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BB606-1C25-BC47-F97B-1BC7959185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2828C0-9C1A-331B-9486-60937F2B87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70EE7A-5FD3-C212-232C-CC57EF9E4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E4C7B-EFFD-E840-B454-A14F8DF107CE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1A1F09-DB9C-60DE-2128-86D063F1F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B8F5D1-70F0-CC80-9788-A18A8FACA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D0695-1293-FD45-8D8C-3501D59DB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751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4768A-AD88-D237-6DAF-D7F5D7908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E5E48-4FC0-0D36-C836-325490963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2106D-1485-B887-EA46-4230F4D027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3B803E-E0B5-9089-3081-E295F77BAE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FB68E0-013D-641E-D8D9-CE3E12712D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30C834-2F6F-2600-8DBB-8AB59A06B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E4C7B-EFFD-E840-B454-A14F8DF107CE}" type="datetimeFigureOut">
              <a:rPr lang="en-US" smtClean="0"/>
              <a:t>5/1/26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A46A8A-4B20-6472-E05B-65B8AC3E8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FFB316-7286-159A-8926-A3DEA4CF9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D0695-1293-FD45-8D8C-3501D59DB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614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433DB-E6D7-D472-58AA-347B3C491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9E69EF-3FF5-DC8A-3DC6-905665FB1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E4C7B-EFFD-E840-B454-A14F8DF107CE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BC7162-8ACD-5CA2-F07E-03DA06E82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A84CCF-0ECE-E733-A34C-55FE489D1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D0695-1293-FD45-8D8C-3501D59DB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389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173777-65C1-C7AD-0605-B138F0D40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E4C7B-EFFD-E840-B454-A14F8DF107CE}" type="datetimeFigureOut">
              <a:rPr lang="en-US" smtClean="0"/>
              <a:t>5/1/26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EA58FE-F4E2-8AC8-D37E-353CB71D0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9A43A-949B-4BB6-D3E6-9B81217DD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D0695-1293-FD45-8D8C-3501D59DB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310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EFB09-D93E-5E10-3AB7-CF794C795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2DE95-F93C-16C4-403D-3D3A91309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98A6E8-914A-167B-2A8B-B91E62E413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B79052-F322-093E-ECE7-0B9206824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E4C7B-EFFD-E840-B454-A14F8DF107CE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FE519-8D7B-FED6-97FC-7564AAE49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2396B-F076-BF4D-5098-E3F3A181F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D0695-1293-FD45-8D8C-3501D59DB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128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CB95E-E462-8C6A-A925-BA63342C1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F4720A-58D8-3AF2-C9AE-D829336C96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F61954-2CEE-C8A8-5993-F80A6E46B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8A3BD2-4E07-0F64-02FF-4D53E5026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E4C7B-EFFD-E840-B454-A14F8DF107CE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9FD209-9870-D521-665B-DAF0514D7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0A45AC-51AE-E31B-76B8-F8BF2EFB2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D0695-1293-FD45-8D8C-3501D59DB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523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CD697-FC69-61D9-7CD8-B371F0A3D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4D1D39-3C2B-C889-42D0-A630FD983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2E6A0-8242-773A-4B7F-D02D5669E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E4C7B-EFFD-E840-B454-A14F8DF107CE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E3A81-2E7F-3454-0587-AC6C38080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2EFAF-BC51-4E5D-C471-E1772CED1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D0695-1293-FD45-8D8C-3501D59DB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459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65CDB9-D10F-CFDD-37C8-DD11CD4675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69D20A-9E5B-AF07-BE1E-F9D4883E31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54512-3D0A-7110-A3F3-7EF88E4E6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E4C7B-EFFD-E840-B454-A14F8DF107CE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60C58-EA7D-DE43-1C36-259811FCF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62B8F-56AE-2698-6DA6-8580E53E5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D0695-1293-FD45-8D8C-3501D59DB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988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15EBDC-A5F0-DD99-6DAE-B362A7AB4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463EA-0063-B00F-F70C-F6C37F462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ACCAF-1979-3357-A163-22CC545B2B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FE4C7B-EFFD-E840-B454-A14F8DF107CE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C21A4-126E-B54F-3AC9-174ADAE1A3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B7400-0298-EEF0-B51F-105DBF130A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0D0695-1293-FD45-8D8C-3501D59DB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726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C2FDD310-1487-BCB8-5867-F38BBCED2F11}"/>
              </a:ext>
            </a:extLst>
          </p:cNvPr>
          <p:cNvSpPr/>
          <p:nvPr/>
        </p:nvSpPr>
        <p:spPr>
          <a:xfrm>
            <a:off x="8457637" y="1583708"/>
            <a:ext cx="416436" cy="245521"/>
          </a:xfrm>
          <a:custGeom>
            <a:avLst/>
            <a:gdLst>
              <a:gd name="csX0" fmla="*/ 345521 w 416436"/>
              <a:gd name="csY0" fmla="*/ 244768 h 245521"/>
              <a:gd name="csX1" fmla="*/ 343258 w 416436"/>
              <a:gd name="csY1" fmla="*/ 243262 h 245521"/>
              <a:gd name="csX2" fmla="*/ 343258 w 416436"/>
              <a:gd name="csY2" fmla="*/ 245521 h 245521"/>
              <a:gd name="csX3" fmla="*/ 345521 w 416436"/>
              <a:gd name="csY3" fmla="*/ 244768 h 245521"/>
              <a:gd name="csX4" fmla="*/ 322889 w 416436"/>
              <a:gd name="csY4" fmla="*/ 224433 h 245521"/>
              <a:gd name="csX5" fmla="*/ 328170 w 416436"/>
              <a:gd name="csY5" fmla="*/ 222174 h 245521"/>
              <a:gd name="csX6" fmla="*/ 328170 w 416436"/>
              <a:gd name="csY6" fmla="*/ 219162 h 245521"/>
              <a:gd name="csX7" fmla="*/ 322889 w 416436"/>
              <a:gd name="csY7" fmla="*/ 224433 h 245521"/>
              <a:gd name="csX8" fmla="*/ 416436 w 416436"/>
              <a:gd name="csY8" fmla="*/ 165689 h 245521"/>
              <a:gd name="csX9" fmla="*/ 415682 w 416436"/>
              <a:gd name="csY9" fmla="*/ 155145 h 245521"/>
              <a:gd name="csX10" fmla="*/ 414173 w 416436"/>
              <a:gd name="csY10" fmla="*/ 149120 h 245521"/>
              <a:gd name="csX11" fmla="*/ 416436 w 416436"/>
              <a:gd name="csY11" fmla="*/ 165689 h 245521"/>
              <a:gd name="csX12" fmla="*/ 86757 w 416436"/>
              <a:gd name="csY12" fmla="*/ 88117 h 245521"/>
              <a:gd name="csX13" fmla="*/ 81476 w 416436"/>
              <a:gd name="csY13" fmla="*/ 90376 h 245521"/>
              <a:gd name="csX14" fmla="*/ 38475 w 416436"/>
              <a:gd name="csY14" fmla="*/ 103179 h 245521"/>
              <a:gd name="csX15" fmla="*/ 23387 w 416436"/>
              <a:gd name="csY15" fmla="*/ 108451 h 245521"/>
              <a:gd name="csX16" fmla="*/ 6035 w 416436"/>
              <a:gd name="csY16" fmla="*/ 113723 h 245521"/>
              <a:gd name="csX17" fmla="*/ 0 w 416436"/>
              <a:gd name="csY17" fmla="*/ 115982 h 245521"/>
              <a:gd name="csX18" fmla="*/ 0 w 416436"/>
              <a:gd name="csY18" fmla="*/ 118242 h 245521"/>
              <a:gd name="csX19" fmla="*/ 2263 w 416436"/>
              <a:gd name="csY19" fmla="*/ 157405 h 245521"/>
              <a:gd name="csX20" fmla="*/ 4527 w 416436"/>
              <a:gd name="csY20" fmla="*/ 193555 h 245521"/>
              <a:gd name="csX21" fmla="*/ 6790 w 416436"/>
              <a:gd name="csY21" fmla="*/ 226693 h 245521"/>
              <a:gd name="csX22" fmla="*/ 10562 w 416436"/>
              <a:gd name="csY22" fmla="*/ 228952 h 245521"/>
              <a:gd name="csX23" fmla="*/ 24141 w 416436"/>
              <a:gd name="csY23" fmla="*/ 225187 h 245521"/>
              <a:gd name="csX24" fmla="*/ 85249 w 416436"/>
              <a:gd name="csY24" fmla="*/ 207111 h 245521"/>
              <a:gd name="csX25" fmla="*/ 86757 w 416436"/>
              <a:gd name="csY25" fmla="*/ 210877 h 245521"/>
              <a:gd name="csX26" fmla="*/ 195393 w 416436"/>
              <a:gd name="csY26" fmla="*/ 169455 h 245521"/>
              <a:gd name="csX27" fmla="*/ 196148 w 416436"/>
              <a:gd name="csY27" fmla="*/ 170961 h 245521"/>
              <a:gd name="csX28" fmla="*/ 205955 w 416436"/>
              <a:gd name="csY28" fmla="*/ 167195 h 245521"/>
              <a:gd name="csX29" fmla="*/ 240658 w 416436"/>
              <a:gd name="csY29" fmla="*/ 153639 h 245521"/>
              <a:gd name="csX30" fmla="*/ 273852 w 416436"/>
              <a:gd name="csY30" fmla="*/ 193555 h 245521"/>
              <a:gd name="csX31" fmla="*/ 273852 w 416436"/>
              <a:gd name="csY31" fmla="*/ 193555 h 245521"/>
              <a:gd name="csX32" fmla="*/ 278379 w 416436"/>
              <a:gd name="csY32" fmla="*/ 189789 h 245521"/>
              <a:gd name="csX33" fmla="*/ 280642 w 416436"/>
              <a:gd name="csY33" fmla="*/ 178492 h 245521"/>
              <a:gd name="csX34" fmla="*/ 279888 w 416436"/>
              <a:gd name="csY34" fmla="*/ 196568 h 245521"/>
              <a:gd name="csX35" fmla="*/ 279888 w 416436"/>
              <a:gd name="csY35" fmla="*/ 196568 h 245521"/>
              <a:gd name="csX36" fmla="*/ 287431 w 416436"/>
              <a:gd name="csY36" fmla="*/ 196568 h 245521"/>
              <a:gd name="csX37" fmla="*/ 289695 w 416436"/>
              <a:gd name="csY37" fmla="*/ 205605 h 245521"/>
              <a:gd name="csX38" fmla="*/ 296485 w 416436"/>
              <a:gd name="csY38" fmla="*/ 218409 h 245521"/>
              <a:gd name="csX39" fmla="*/ 296485 w 416436"/>
              <a:gd name="csY39" fmla="*/ 218409 h 245521"/>
              <a:gd name="csX40" fmla="*/ 331942 w 416436"/>
              <a:gd name="csY40" fmla="*/ 175480 h 245521"/>
              <a:gd name="csX41" fmla="*/ 361364 w 416436"/>
              <a:gd name="csY41" fmla="*/ 185271 h 245521"/>
              <a:gd name="csX42" fmla="*/ 368154 w 416436"/>
              <a:gd name="csY42" fmla="*/ 170208 h 245521"/>
              <a:gd name="csX43" fmla="*/ 416436 w 416436"/>
              <a:gd name="csY43" fmla="*/ 144601 h 245521"/>
              <a:gd name="csX44" fmla="*/ 396067 w 416436"/>
              <a:gd name="csY44" fmla="*/ 104685 h 245521"/>
              <a:gd name="csX45" fmla="*/ 401348 w 416436"/>
              <a:gd name="csY45" fmla="*/ 130292 h 245521"/>
              <a:gd name="csX46" fmla="*/ 376452 w 416436"/>
              <a:gd name="csY46" fmla="*/ 149120 h 245521"/>
              <a:gd name="csX47" fmla="*/ 348539 w 416436"/>
              <a:gd name="csY47" fmla="*/ 151380 h 245521"/>
              <a:gd name="csX48" fmla="*/ 292713 w 416436"/>
              <a:gd name="csY48" fmla="*/ 91882 h 245521"/>
              <a:gd name="csX49" fmla="*/ 267817 w 416436"/>
              <a:gd name="csY49" fmla="*/ 54226 h 245521"/>
              <a:gd name="csX50" fmla="*/ 292713 w 416436"/>
              <a:gd name="csY50" fmla="*/ 27866 h 245521"/>
              <a:gd name="csX51" fmla="*/ 267062 w 416436"/>
              <a:gd name="csY51" fmla="*/ 26360 h 245521"/>
              <a:gd name="csX52" fmla="*/ 256501 w 416436"/>
              <a:gd name="csY52" fmla="*/ 1506 h 245521"/>
              <a:gd name="csX53" fmla="*/ 255746 w 416436"/>
              <a:gd name="csY53" fmla="*/ 0 h 245521"/>
              <a:gd name="csX54" fmla="*/ 212744 w 416436"/>
              <a:gd name="csY54" fmla="*/ 46694 h 245521"/>
              <a:gd name="csX55" fmla="*/ 117688 w 416436"/>
              <a:gd name="csY55" fmla="*/ 78326 h 245521"/>
              <a:gd name="csX56" fmla="*/ 86757 w 416436"/>
              <a:gd name="csY56" fmla="*/ 88117 h 245521"/>
              <a:gd name="csX57" fmla="*/ 86757 w 416436"/>
              <a:gd name="csY57" fmla="*/ 88117 h 2455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</a:cxnLst>
            <a:rect l="l" t="t" r="r" b="b"/>
            <a:pathLst>
              <a:path w="416436" h="245521">
                <a:moveTo>
                  <a:pt x="345521" y="244768"/>
                </a:moveTo>
                <a:lnTo>
                  <a:pt x="343258" y="243262"/>
                </a:lnTo>
                <a:lnTo>
                  <a:pt x="343258" y="245521"/>
                </a:lnTo>
                <a:lnTo>
                  <a:pt x="345521" y="244768"/>
                </a:lnTo>
                <a:close/>
                <a:moveTo>
                  <a:pt x="322889" y="224433"/>
                </a:moveTo>
                <a:lnTo>
                  <a:pt x="328170" y="222174"/>
                </a:lnTo>
                <a:lnTo>
                  <a:pt x="328170" y="219162"/>
                </a:lnTo>
                <a:lnTo>
                  <a:pt x="322889" y="224433"/>
                </a:lnTo>
                <a:close/>
                <a:moveTo>
                  <a:pt x="416436" y="165689"/>
                </a:moveTo>
                <a:lnTo>
                  <a:pt x="415682" y="155145"/>
                </a:lnTo>
                <a:lnTo>
                  <a:pt x="414173" y="149120"/>
                </a:lnTo>
                <a:lnTo>
                  <a:pt x="416436" y="165689"/>
                </a:lnTo>
                <a:close/>
                <a:moveTo>
                  <a:pt x="86757" y="88117"/>
                </a:moveTo>
                <a:lnTo>
                  <a:pt x="81476" y="90376"/>
                </a:lnTo>
                <a:lnTo>
                  <a:pt x="38475" y="103179"/>
                </a:lnTo>
                <a:lnTo>
                  <a:pt x="23387" y="108451"/>
                </a:lnTo>
                <a:lnTo>
                  <a:pt x="6035" y="113723"/>
                </a:lnTo>
                <a:lnTo>
                  <a:pt x="0" y="115982"/>
                </a:lnTo>
                <a:lnTo>
                  <a:pt x="0" y="118242"/>
                </a:lnTo>
                <a:lnTo>
                  <a:pt x="2263" y="157405"/>
                </a:lnTo>
                <a:lnTo>
                  <a:pt x="4527" y="193555"/>
                </a:lnTo>
                <a:lnTo>
                  <a:pt x="6790" y="226693"/>
                </a:lnTo>
                <a:lnTo>
                  <a:pt x="10562" y="228952"/>
                </a:lnTo>
                <a:lnTo>
                  <a:pt x="24141" y="225187"/>
                </a:lnTo>
                <a:lnTo>
                  <a:pt x="85249" y="207111"/>
                </a:lnTo>
                <a:lnTo>
                  <a:pt x="86757" y="210877"/>
                </a:lnTo>
                <a:lnTo>
                  <a:pt x="195393" y="169455"/>
                </a:lnTo>
                <a:lnTo>
                  <a:pt x="196148" y="170961"/>
                </a:lnTo>
                <a:lnTo>
                  <a:pt x="205955" y="167195"/>
                </a:lnTo>
                <a:lnTo>
                  <a:pt x="240658" y="153639"/>
                </a:lnTo>
                <a:lnTo>
                  <a:pt x="273852" y="193555"/>
                </a:lnTo>
                <a:lnTo>
                  <a:pt x="273852" y="193555"/>
                </a:lnTo>
                <a:lnTo>
                  <a:pt x="278379" y="189789"/>
                </a:lnTo>
                <a:lnTo>
                  <a:pt x="280642" y="178492"/>
                </a:lnTo>
                <a:lnTo>
                  <a:pt x="279888" y="196568"/>
                </a:lnTo>
                <a:lnTo>
                  <a:pt x="279888" y="196568"/>
                </a:lnTo>
                <a:lnTo>
                  <a:pt x="287431" y="196568"/>
                </a:lnTo>
                <a:lnTo>
                  <a:pt x="289695" y="205605"/>
                </a:lnTo>
                <a:lnTo>
                  <a:pt x="296485" y="218409"/>
                </a:lnTo>
                <a:lnTo>
                  <a:pt x="296485" y="218409"/>
                </a:lnTo>
                <a:lnTo>
                  <a:pt x="331942" y="175480"/>
                </a:lnTo>
                <a:lnTo>
                  <a:pt x="361364" y="185271"/>
                </a:lnTo>
                <a:lnTo>
                  <a:pt x="368154" y="170208"/>
                </a:lnTo>
                <a:lnTo>
                  <a:pt x="416436" y="144601"/>
                </a:lnTo>
                <a:lnTo>
                  <a:pt x="396067" y="104685"/>
                </a:lnTo>
                <a:lnTo>
                  <a:pt x="401348" y="130292"/>
                </a:lnTo>
                <a:lnTo>
                  <a:pt x="376452" y="149120"/>
                </a:lnTo>
                <a:lnTo>
                  <a:pt x="348539" y="151380"/>
                </a:lnTo>
                <a:lnTo>
                  <a:pt x="292713" y="91882"/>
                </a:lnTo>
                <a:lnTo>
                  <a:pt x="267817" y="54226"/>
                </a:lnTo>
                <a:lnTo>
                  <a:pt x="292713" y="27866"/>
                </a:lnTo>
                <a:lnTo>
                  <a:pt x="267062" y="26360"/>
                </a:lnTo>
                <a:lnTo>
                  <a:pt x="256501" y="1506"/>
                </a:lnTo>
                <a:lnTo>
                  <a:pt x="255746" y="0"/>
                </a:lnTo>
                <a:lnTo>
                  <a:pt x="212744" y="46694"/>
                </a:lnTo>
                <a:lnTo>
                  <a:pt x="117688" y="78326"/>
                </a:lnTo>
                <a:lnTo>
                  <a:pt x="86757" y="88117"/>
                </a:lnTo>
                <a:lnTo>
                  <a:pt x="86757" y="88117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618BE1FA-FB8B-9880-C91C-1D8B6D6494FB}"/>
              </a:ext>
            </a:extLst>
          </p:cNvPr>
          <p:cNvSpPr/>
          <p:nvPr/>
        </p:nvSpPr>
        <p:spPr>
          <a:xfrm>
            <a:off x="5711572" y="1143879"/>
            <a:ext cx="808731" cy="932378"/>
          </a:xfrm>
          <a:custGeom>
            <a:avLst/>
            <a:gdLst>
              <a:gd name="csX0" fmla="*/ 0 w 808731"/>
              <a:gd name="csY0" fmla="*/ 70041 h 932378"/>
              <a:gd name="csX1" fmla="*/ 15089 w 808731"/>
              <a:gd name="csY1" fmla="*/ 123514 h 932378"/>
              <a:gd name="csX2" fmla="*/ 46774 w 808731"/>
              <a:gd name="csY2" fmla="*/ 316316 h 932378"/>
              <a:gd name="csX3" fmla="*/ 61862 w 808731"/>
              <a:gd name="csY3" fmla="*/ 393135 h 932378"/>
              <a:gd name="csX4" fmla="*/ 66389 w 808731"/>
              <a:gd name="csY4" fmla="*/ 460917 h 932378"/>
              <a:gd name="csX5" fmla="*/ 83740 w 808731"/>
              <a:gd name="csY5" fmla="*/ 501586 h 932378"/>
              <a:gd name="csX6" fmla="*/ 87513 w 808731"/>
              <a:gd name="csY6" fmla="*/ 536230 h 932378"/>
              <a:gd name="csX7" fmla="*/ 90530 w 808731"/>
              <a:gd name="csY7" fmla="*/ 547527 h 932378"/>
              <a:gd name="csX8" fmla="*/ 89775 w 808731"/>
              <a:gd name="csY8" fmla="*/ 549787 h 932378"/>
              <a:gd name="csX9" fmla="*/ 59599 w 808731"/>
              <a:gd name="csY9" fmla="*/ 599493 h 932378"/>
              <a:gd name="csX10" fmla="*/ 79214 w 808731"/>
              <a:gd name="csY10" fmla="*/ 632631 h 932378"/>
              <a:gd name="csX11" fmla="*/ 116934 w 808731"/>
              <a:gd name="csY11" fmla="*/ 897734 h 932378"/>
              <a:gd name="csX12" fmla="*/ 118443 w 808731"/>
              <a:gd name="csY12" fmla="*/ 932378 h 932378"/>
              <a:gd name="csX13" fmla="*/ 156164 w 808731"/>
              <a:gd name="csY13" fmla="*/ 930119 h 932378"/>
              <a:gd name="csX14" fmla="*/ 304783 w 808731"/>
              <a:gd name="csY14" fmla="*/ 921834 h 932378"/>
              <a:gd name="csX15" fmla="*/ 675955 w 808731"/>
              <a:gd name="csY15" fmla="*/ 890956 h 932378"/>
              <a:gd name="csX16" fmla="*/ 712921 w 808731"/>
              <a:gd name="csY16" fmla="*/ 887190 h 932378"/>
              <a:gd name="csX17" fmla="*/ 712921 w 808731"/>
              <a:gd name="csY17" fmla="*/ 883424 h 932378"/>
              <a:gd name="csX18" fmla="*/ 702359 w 808731"/>
              <a:gd name="csY18" fmla="*/ 825433 h 932378"/>
              <a:gd name="csX19" fmla="*/ 656340 w 808731"/>
              <a:gd name="csY19" fmla="*/ 802086 h 932378"/>
              <a:gd name="csX20" fmla="*/ 620128 w 808731"/>
              <a:gd name="csY20" fmla="*/ 764430 h 932378"/>
              <a:gd name="csX21" fmla="*/ 562793 w 808731"/>
              <a:gd name="csY21" fmla="*/ 729785 h 932378"/>
              <a:gd name="csX22" fmla="*/ 544687 w 808731"/>
              <a:gd name="csY22" fmla="*/ 728279 h 932378"/>
              <a:gd name="csX23" fmla="*/ 516774 w 808731"/>
              <a:gd name="csY23" fmla="*/ 707191 h 932378"/>
              <a:gd name="csX24" fmla="*/ 524317 w 808731"/>
              <a:gd name="csY24" fmla="*/ 603259 h 932378"/>
              <a:gd name="csX25" fmla="*/ 497913 w 808731"/>
              <a:gd name="csY25" fmla="*/ 579159 h 932378"/>
              <a:gd name="csX26" fmla="*/ 506966 w 808731"/>
              <a:gd name="csY26" fmla="*/ 536983 h 932378"/>
              <a:gd name="csX27" fmla="*/ 555248 w 808731"/>
              <a:gd name="csY27" fmla="*/ 493302 h 932378"/>
              <a:gd name="csX28" fmla="*/ 546950 w 808731"/>
              <a:gd name="csY28" fmla="*/ 402926 h 932378"/>
              <a:gd name="csX29" fmla="*/ 564301 w 808731"/>
              <a:gd name="csY29" fmla="*/ 383344 h 932378"/>
              <a:gd name="csX30" fmla="*/ 564301 w 808731"/>
              <a:gd name="csY30" fmla="*/ 383344 h 932378"/>
              <a:gd name="csX31" fmla="*/ 623145 w 808731"/>
              <a:gd name="csY31" fmla="*/ 321588 h 932378"/>
              <a:gd name="csX32" fmla="*/ 690288 w 808731"/>
              <a:gd name="csY32" fmla="*/ 235730 h 932378"/>
              <a:gd name="csX33" fmla="*/ 715938 w 808731"/>
              <a:gd name="csY33" fmla="*/ 217655 h 932378"/>
              <a:gd name="csX34" fmla="*/ 761203 w 808731"/>
              <a:gd name="csY34" fmla="*/ 195814 h 932378"/>
              <a:gd name="csX35" fmla="*/ 808731 w 808731"/>
              <a:gd name="csY35" fmla="*/ 160417 h 932378"/>
              <a:gd name="csX36" fmla="*/ 777046 w 808731"/>
              <a:gd name="csY36" fmla="*/ 166442 h 932378"/>
              <a:gd name="csX37" fmla="*/ 758186 w 808731"/>
              <a:gd name="csY37" fmla="*/ 152133 h 932378"/>
              <a:gd name="csX38" fmla="*/ 685762 w 808731"/>
              <a:gd name="csY38" fmla="*/ 161923 h 932378"/>
              <a:gd name="csX39" fmla="*/ 674446 w 808731"/>
              <a:gd name="csY39" fmla="*/ 148367 h 932378"/>
              <a:gd name="csX40" fmla="*/ 609566 w 808731"/>
              <a:gd name="csY40" fmla="*/ 174727 h 932378"/>
              <a:gd name="csX41" fmla="*/ 557512 w 808731"/>
              <a:gd name="csY41" fmla="*/ 152886 h 932378"/>
              <a:gd name="csX42" fmla="*/ 543178 w 808731"/>
              <a:gd name="csY42" fmla="*/ 135564 h 932378"/>
              <a:gd name="csX43" fmla="*/ 501685 w 808731"/>
              <a:gd name="csY43" fmla="*/ 138576 h 932378"/>
              <a:gd name="csX44" fmla="*/ 473772 w 808731"/>
              <a:gd name="csY44" fmla="*/ 124267 h 932378"/>
              <a:gd name="csX45" fmla="*/ 482825 w 808731"/>
              <a:gd name="csY45" fmla="*/ 113723 h 932378"/>
              <a:gd name="csX46" fmla="*/ 447367 w 808731"/>
              <a:gd name="csY46" fmla="*/ 102426 h 932378"/>
              <a:gd name="csX47" fmla="*/ 415682 w 808731"/>
              <a:gd name="csY47" fmla="*/ 102426 h 932378"/>
              <a:gd name="csX48" fmla="*/ 365136 w 808731"/>
              <a:gd name="csY48" fmla="*/ 124267 h 932378"/>
              <a:gd name="csX49" fmla="*/ 355329 w 808731"/>
              <a:gd name="csY49" fmla="*/ 109204 h 932378"/>
              <a:gd name="csX50" fmla="*/ 275361 w 808731"/>
              <a:gd name="csY50" fmla="*/ 97907 h 932378"/>
              <a:gd name="csX51" fmla="*/ 248202 w 808731"/>
              <a:gd name="csY51" fmla="*/ 30125 h 932378"/>
              <a:gd name="csX52" fmla="*/ 245185 w 808731"/>
              <a:gd name="csY52" fmla="*/ 9791 h 932378"/>
              <a:gd name="csX53" fmla="*/ 210481 w 808731"/>
              <a:gd name="csY53" fmla="*/ 0 h 932378"/>
              <a:gd name="csX54" fmla="*/ 213499 w 808731"/>
              <a:gd name="csY54" fmla="*/ 57991 h 932378"/>
              <a:gd name="csX55" fmla="*/ 121461 w 808731"/>
              <a:gd name="csY55" fmla="*/ 64769 h 932378"/>
              <a:gd name="csX56" fmla="*/ 7544 w 808731"/>
              <a:gd name="csY56" fmla="*/ 69288 h 932378"/>
              <a:gd name="csX57" fmla="*/ 0 w 808731"/>
              <a:gd name="csY57" fmla="*/ 70041 h 9323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</a:cxnLst>
            <a:rect l="l" t="t" r="r" b="b"/>
            <a:pathLst>
              <a:path w="808731" h="932378">
                <a:moveTo>
                  <a:pt x="0" y="70041"/>
                </a:moveTo>
                <a:lnTo>
                  <a:pt x="15089" y="123514"/>
                </a:lnTo>
                <a:lnTo>
                  <a:pt x="46774" y="316316"/>
                </a:lnTo>
                <a:lnTo>
                  <a:pt x="61862" y="393135"/>
                </a:lnTo>
                <a:lnTo>
                  <a:pt x="66389" y="460917"/>
                </a:lnTo>
                <a:lnTo>
                  <a:pt x="83740" y="501586"/>
                </a:lnTo>
                <a:lnTo>
                  <a:pt x="87513" y="536230"/>
                </a:lnTo>
                <a:lnTo>
                  <a:pt x="90530" y="547527"/>
                </a:lnTo>
                <a:lnTo>
                  <a:pt x="89775" y="549787"/>
                </a:lnTo>
                <a:lnTo>
                  <a:pt x="59599" y="599493"/>
                </a:lnTo>
                <a:lnTo>
                  <a:pt x="79214" y="632631"/>
                </a:lnTo>
                <a:lnTo>
                  <a:pt x="116934" y="897734"/>
                </a:lnTo>
                <a:lnTo>
                  <a:pt x="118443" y="932378"/>
                </a:lnTo>
                <a:lnTo>
                  <a:pt x="156164" y="930119"/>
                </a:lnTo>
                <a:lnTo>
                  <a:pt x="304783" y="921834"/>
                </a:lnTo>
                <a:lnTo>
                  <a:pt x="675955" y="890956"/>
                </a:lnTo>
                <a:lnTo>
                  <a:pt x="712921" y="887190"/>
                </a:lnTo>
                <a:lnTo>
                  <a:pt x="712921" y="883424"/>
                </a:lnTo>
                <a:lnTo>
                  <a:pt x="702359" y="825433"/>
                </a:lnTo>
                <a:lnTo>
                  <a:pt x="656340" y="802086"/>
                </a:lnTo>
                <a:lnTo>
                  <a:pt x="620128" y="764430"/>
                </a:lnTo>
                <a:lnTo>
                  <a:pt x="562793" y="729785"/>
                </a:lnTo>
                <a:lnTo>
                  <a:pt x="544687" y="728279"/>
                </a:lnTo>
                <a:lnTo>
                  <a:pt x="516774" y="707191"/>
                </a:lnTo>
                <a:lnTo>
                  <a:pt x="524317" y="603259"/>
                </a:lnTo>
                <a:lnTo>
                  <a:pt x="497913" y="579159"/>
                </a:lnTo>
                <a:lnTo>
                  <a:pt x="506966" y="536983"/>
                </a:lnTo>
                <a:lnTo>
                  <a:pt x="555248" y="493302"/>
                </a:lnTo>
                <a:lnTo>
                  <a:pt x="546950" y="402926"/>
                </a:lnTo>
                <a:lnTo>
                  <a:pt x="564301" y="383344"/>
                </a:lnTo>
                <a:lnTo>
                  <a:pt x="564301" y="383344"/>
                </a:lnTo>
                <a:lnTo>
                  <a:pt x="623145" y="321588"/>
                </a:lnTo>
                <a:lnTo>
                  <a:pt x="690288" y="235730"/>
                </a:lnTo>
                <a:lnTo>
                  <a:pt x="715938" y="217655"/>
                </a:lnTo>
                <a:lnTo>
                  <a:pt x="761203" y="195814"/>
                </a:lnTo>
                <a:lnTo>
                  <a:pt x="808731" y="160417"/>
                </a:lnTo>
                <a:lnTo>
                  <a:pt x="777046" y="166442"/>
                </a:lnTo>
                <a:lnTo>
                  <a:pt x="758186" y="152133"/>
                </a:lnTo>
                <a:lnTo>
                  <a:pt x="685762" y="161923"/>
                </a:lnTo>
                <a:lnTo>
                  <a:pt x="674446" y="148367"/>
                </a:lnTo>
                <a:lnTo>
                  <a:pt x="609566" y="174727"/>
                </a:lnTo>
                <a:lnTo>
                  <a:pt x="557512" y="152886"/>
                </a:lnTo>
                <a:lnTo>
                  <a:pt x="543178" y="135564"/>
                </a:lnTo>
                <a:lnTo>
                  <a:pt x="501685" y="138576"/>
                </a:lnTo>
                <a:lnTo>
                  <a:pt x="473772" y="124267"/>
                </a:lnTo>
                <a:lnTo>
                  <a:pt x="482825" y="113723"/>
                </a:lnTo>
                <a:lnTo>
                  <a:pt x="447367" y="102426"/>
                </a:lnTo>
                <a:lnTo>
                  <a:pt x="415682" y="102426"/>
                </a:lnTo>
                <a:lnTo>
                  <a:pt x="365136" y="124267"/>
                </a:lnTo>
                <a:lnTo>
                  <a:pt x="355329" y="109204"/>
                </a:lnTo>
                <a:lnTo>
                  <a:pt x="275361" y="97907"/>
                </a:lnTo>
                <a:lnTo>
                  <a:pt x="248202" y="30125"/>
                </a:lnTo>
                <a:lnTo>
                  <a:pt x="245185" y="9791"/>
                </a:lnTo>
                <a:lnTo>
                  <a:pt x="210481" y="0"/>
                </a:lnTo>
                <a:lnTo>
                  <a:pt x="213499" y="57991"/>
                </a:lnTo>
                <a:lnTo>
                  <a:pt x="121461" y="64769"/>
                </a:lnTo>
                <a:lnTo>
                  <a:pt x="7544" y="69288"/>
                </a:lnTo>
                <a:lnTo>
                  <a:pt x="0" y="70041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486CFE36-17DF-D880-54FF-0D126E631BF0}"/>
              </a:ext>
            </a:extLst>
          </p:cNvPr>
          <p:cNvSpPr/>
          <p:nvPr/>
        </p:nvSpPr>
        <p:spPr>
          <a:xfrm>
            <a:off x="3741044" y="1051243"/>
            <a:ext cx="1262889" cy="791542"/>
          </a:xfrm>
          <a:custGeom>
            <a:avLst/>
            <a:gdLst>
              <a:gd name="csX0" fmla="*/ 1248554 w 1262889"/>
              <a:gd name="csY0" fmla="*/ 155898 h 791542"/>
              <a:gd name="csX1" fmla="*/ 998843 w 1262889"/>
              <a:gd name="csY1" fmla="*/ 139330 h 791542"/>
              <a:gd name="csX2" fmla="*/ 817030 w 1262889"/>
              <a:gd name="csY2" fmla="*/ 122007 h 791542"/>
              <a:gd name="csX3" fmla="*/ 635971 w 1262889"/>
              <a:gd name="csY3" fmla="*/ 100920 h 791542"/>
              <a:gd name="csX4" fmla="*/ 523563 w 1262889"/>
              <a:gd name="csY4" fmla="*/ 85857 h 791542"/>
              <a:gd name="csX5" fmla="*/ 344012 w 1262889"/>
              <a:gd name="csY5" fmla="*/ 57991 h 791542"/>
              <a:gd name="csX6" fmla="*/ 254237 w 1262889"/>
              <a:gd name="csY6" fmla="*/ 42929 h 791542"/>
              <a:gd name="csX7" fmla="*/ 53563 w 1262889"/>
              <a:gd name="csY7" fmla="*/ 4519 h 791542"/>
              <a:gd name="csX8" fmla="*/ 32440 w 1262889"/>
              <a:gd name="csY8" fmla="*/ 0 h 791542"/>
              <a:gd name="csX9" fmla="*/ 0 w 1262889"/>
              <a:gd name="csY9" fmla="*/ 153639 h 791542"/>
              <a:gd name="csX10" fmla="*/ 14334 w 1262889"/>
              <a:gd name="csY10" fmla="*/ 181505 h 791542"/>
              <a:gd name="csX11" fmla="*/ 25650 w 1262889"/>
              <a:gd name="csY11" fmla="*/ 224434 h 791542"/>
              <a:gd name="csX12" fmla="*/ 18860 w 1262889"/>
              <a:gd name="csY12" fmla="*/ 230459 h 791542"/>
              <a:gd name="csX13" fmla="*/ 33194 w 1262889"/>
              <a:gd name="csY13" fmla="*/ 269621 h 791542"/>
              <a:gd name="csX14" fmla="*/ 52809 w 1262889"/>
              <a:gd name="csY14" fmla="*/ 286190 h 791542"/>
              <a:gd name="csX15" fmla="*/ 108635 w 1262889"/>
              <a:gd name="csY15" fmla="*/ 379579 h 791542"/>
              <a:gd name="csX16" fmla="*/ 113916 w 1262889"/>
              <a:gd name="csY16" fmla="*/ 395395 h 791542"/>
              <a:gd name="csX17" fmla="*/ 136549 w 1262889"/>
              <a:gd name="csY17" fmla="*/ 393888 h 791542"/>
              <a:gd name="csX18" fmla="*/ 110144 w 1262889"/>
              <a:gd name="csY18" fmla="*/ 517402 h 791542"/>
              <a:gd name="csX19" fmla="*/ 99582 w 1262889"/>
              <a:gd name="csY19" fmla="*/ 520415 h 791542"/>
              <a:gd name="csX20" fmla="*/ 85249 w 1262889"/>
              <a:gd name="csY20" fmla="*/ 561837 h 791542"/>
              <a:gd name="csX21" fmla="*/ 159936 w 1262889"/>
              <a:gd name="csY21" fmla="*/ 567109 h 791542"/>
              <a:gd name="csX22" fmla="*/ 165971 w 1262889"/>
              <a:gd name="csY22" fmla="*/ 601753 h 791542"/>
              <a:gd name="csX23" fmla="*/ 208218 w 1262889"/>
              <a:gd name="csY23" fmla="*/ 704932 h 791542"/>
              <a:gd name="csX24" fmla="*/ 215762 w 1262889"/>
              <a:gd name="csY24" fmla="*/ 710957 h 791542"/>
              <a:gd name="csX25" fmla="*/ 245184 w 1262889"/>
              <a:gd name="csY25" fmla="*/ 771208 h 791542"/>
              <a:gd name="csX26" fmla="*/ 252728 w 1262889"/>
              <a:gd name="csY26" fmla="*/ 765183 h 791542"/>
              <a:gd name="csX27" fmla="*/ 315345 w 1262889"/>
              <a:gd name="csY27" fmla="*/ 764429 h 791542"/>
              <a:gd name="csX28" fmla="*/ 394558 w 1262889"/>
              <a:gd name="csY28" fmla="*/ 772714 h 791542"/>
              <a:gd name="csX29" fmla="*/ 414173 w 1262889"/>
              <a:gd name="csY29" fmla="*/ 747107 h 791542"/>
              <a:gd name="csX30" fmla="*/ 437560 w 1262889"/>
              <a:gd name="csY30" fmla="*/ 789283 h 791542"/>
              <a:gd name="csX31" fmla="*/ 442086 w 1262889"/>
              <a:gd name="csY31" fmla="*/ 791542 h 791542"/>
              <a:gd name="csX32" fmla="*/ 442841 w 1262889"/>
              <a:gd name="csY32" fmla="*/ 787023 h 791542"/>
              <a:gd name="csX33" fmla="*/ 453403 w 1262889"/>
              <a:gd name="csY33" fmla="*/ 713216 h 791542"/>
              <a:gd name="csX34" fmla="*/ 711412 w 1262889"/>
              <a:gd name="csY34" fmla="*/ 744848 h 791542"/>
              <a:gd name="csX35" fmla="*/ 917367 w 1262889"/>
              <a:gd name="csY35" fmla="*/ 764429 h 791542"/>
              <a:gd name="csX36" fmla="*/ 1026003 w 1262889"/>
              <a:gd name="csY36" fmla="*/ 773467 h 791542"/>
              <a:gd name="csX37" fmla="*/ 1219887 w 1262889"/>
              <a:gd name="csY37" fmla="*/ 784764 h 791542"/>
              <a:gd name="csX38" fmla="*/ 1229694 w 1262889"/>
              <a:gd name="csY38" fmla="*/ 785517 h 791542"/>
              <a:gd name="csX39" fmla="*/ 1231957 w 1262889"/>
              <a:gd name="csY39" fmla="*/ 785517 h 791542"/>
              <a:gd name="csX40" fmla="*/ 1232712 w 1262889"/>
              <a:gd name="csY40" fmla="*/ 774973 h 791542"/>
              <a:gd name="csX41" fmla="*/ 1234975 w 1262889"/>
              <a:gd name="csY41" fmla="*/ 723007 h 791542"/>
              <a:gd name="csX42" fmla="*/ 1237993 w 1262889"/>
              <a:gd name="csY42" fmla="*/ 654472 h 791542"/>
              <a:gd name="csX43" fmla="*/ 1238748 w 1262889"/>
              <a:gd name="csY43" fmla="*/ 637150 h 791542"/>
              <a:gd name="csX44" fmla="*/ 1240256 w 1262889"/>
              <a:gd name="csY44" fmla="*/ 607025 h 791542"/>
              <a:gd name="csX45" fmla="*/ 1252327 w 1262889"/>
              <a:gd name="csY45" fmla="*/ 370541 h 791542"/>
              <a:gd name="csX46" fmla="*/ 1262135 w 1262889"/>
              <a:gd name="csY46" fmla="*/ 186777 h 791542"/>
              <a:gd name="csX47" fmla="*/ 1262889 w 1262889"/>
              <a:gd name="csY47" fmla="*/ 156652 h 791542"/>
              <a:gd name="csX48" fmla="*/ 1248555 w 1262889"/>
              <a:gd name="csY48" fmla="*/ 155899 h 7915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1262889" h="791542">
                <a:moveTo>
                  <a:pt x="1248554" y="155898"/>
                </a:moveTo>
                <a:lnTo>
                  <a:pt x="998843" y="139330"/>
                </a:lnTo>
                <a:lnTo>
                  <a:pt x="817030" y="122007"/>
                </a:lnTo>
                <a:lnTo>
                  <a:pt x="635971" y="100920"/>
                </a:lnTo>
                <a:lnTo>
                  <a:pt x="523563" y="85857"/>
                </a:lnTo>
                <a:lnTo>
                  <a:pt x="344012" y="57991"/>
                </a:lnTo>
                <a:lnTo>
                  <a:pt x="254237" y="42929"/>
                </a:lnTo>
                <a:lnTo>
                  <a:pt x="53563" y="4519"/>
                </a:lnTo>
                <a:lnTo>
                  <a:pt x="32440" y="0"/>
                </a:lnTo>
                <a:lnTo>
                  <a:pt x="0" y="153639"/>
                </a:lnTo>
                <a:lnTo>
                  <a:pt x="14334" y="181505"/>
                </a:lnTo>
                <a:lnTo>
                  <a:pt x="25650" y="224434"/>
                </a:lnTo>
                <a:lnTo>
                  <a:pt x="18860" y="230459"/>
                </a:lnTo>
                <a:lnTo>
                  <a:pt x="33194" y="269621"/>
                </a:lnTo>
                <a:lnTo>
                  <a:pt x="52809" y="286190"/>
                </a:lnTo>
                <a:lnTo>
                  <a:pt x="108635" y="379579"/>
                </a:lnTo>
                <a:lnTo>
                  <a:pt x="113916" y="395395"/>
                </a:lnTo>
                <a:lnTo>
                  <a:pt x="136549" y="393888"/>
                </a:lnTo>
                <a:lnTo>
                  <a:pt x="110144" y="517402"/>
                </a:lnTo>
                <a:lnTo>
                  <a:pt x="99582" y="520415"/>
                </a:lnTo>
                <a:lnTo>
                  <a:pt x="85249" y="561837"/>
                </a:lnTo>
                <a:lnTo>
                  <a:pt x="159936" y="567109"/>
                </a:lnTo>
                <a:lnTo>
                  <a:pt x="165971" y="601753"/>
                </a:lnTo>
                <a:lnTo>
                  <a:pt x="208218" y="704932"/>
                </a:lnTo>
                <a:lnTo>
                  <a:pt x="215762" y="710957"/>
                </a:lnTo>
                <a:lnTo>
                  <a:pt x="245184" y="771208"/>
                </a:lnTo>
                <a:lnTo>
                  <a:pt x="252728" y="765183"/>
                </a:lnTo>
                <a:lnTo>
                  <a:pt x="315345" y="764429"/>
                </a:lnTo>
                <a:lnTo>
                  <a:pt x="394558" y="772714"/>
                </a:lnTo>
                <a:lnTo>
                  <a:pt x="414173" y="747107"/>
                </a:lnTo>
                <a:lnTo>
                  <a:pt x="437560" y="789283"/>
                </a:lnTo>
                <a:lnTo>
                  <a:pt x="442086" y="791542"/>
                </a:lnTo>
                <a:lnTo>
                  <a:pt x="442841" y="787023"/>
                </a:lnTo>
                <a:lnTo>
                  <a:pt x="453403" y="713216"/>
                </a:lnTo>
                <a:lnTo>
                  <a:pt x="711412" y="744848"/>
                </a:lnTo>
                <a:lnTo>
                  <a:pt x="917367" y="764429"/>
                </a:lnTo>
                <a:lnTo>
                  <a:pt x="1026003" y="773467"/>
                </a:lnTo>
                <a:lnTo>
                  <a:pt x="1219887" y="784764"/>
                </a:lnTo>
                <a:lnTo>
                  <a:pt x="1229694" y="785517"/>
                </a:lnTo>
                <a:lnTo>
                  <a:pt x="1231957" y="785517"/>
                </a:lnTo>
                <a:lnTo>
                  <a:pt x="1232712" y="774973"/>
                </a:lnTo>
                <a:lnTo>
                  <a:pt x="1234975" y="723007"/>
                </a:lnTo>
                <a:lnTo>
                  <a:pt x="1237993" y="654472"/>
                </a:lnTo>
                <a:lnTo>
                  <a:pt x="1238748" y="637150"/>
                </a:lnTo>
                <a:lnTo>
                  <a:pt x="1240256" y="607025"/>
                </a:lnTo>
                <a:lnTo>
                  <a:pt x="1252327" y="370541"/>
                </a:lnTo>
                <a:lnTo>
                  <a:pt x="1262135" y="186777"/>
                </a:lnTo>
                <a:lnTo>
                  <a:pt x="1262889" y="156652"/>
                </a:lnTo>
                <a:lnTo>
                  <a:pt x="1248555" y="155899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4CA15F-C49E-1D92-3898-534FE2E5FAF7}"/>
              </a:ext>
            </a:extLst>
          </p:cNvPr>
          <p:cNvSpPr/>
          <p:nvPr/>
        </p:nvSpPr>
        <p:spPr>
          <a:xfrm>
            <a:off x="4979791" y="1207895"/>
            <a:ext cx="822310" cy="491042"/>
          </a:xfrm>
          <a:custGeom>
            <a:avLst/>
            <a:gdLst>
              <a:gd name="csX0" fmla="*/ 715939 w 822310"/>
              <a:gd name="csY0" fmla="*/ 6025 h 491042"/>
              <a:gd name="csX1" fmla="*/ 488106 w 822310"/>
              <a:gd name="csY1" fmla="*/ 10544 h 491042"/>
              <a:gd name="csX2" fmla="*/ 328925 w 822310"/>
              <a:gd name="csY2" fmla="*/ 9791 h 491042"/>
              <a:gd name="csX3" fmla="*/ 192376 w 822310"/>
              <a:gd name="csY3" fmla="*/ 6778 h 491042"/>
              <a:gd name="csX4" fmla="*/ 32440 w 822310"/>
              <a:gd name="csY4" fmla="*/ 753 h 491042"/>
              <a:gd name="csX5" fmla="*/ 24142 w 822310"/>
              <a:gd name="csY5" fmla="*/ 0 h 491042"/>
              <a:gd name="csX6" fmla="*/ 23387 w 822310"/>
              <a:gd name="csY6" fmla="*/ 30125 h 491042"/>
              <a:gd name="csX7" fmla="*/ 13579 w 822310"/>
              <a:gd name="csY7" fmla="*/ 213890 h 491042"/>
              <a:gd name="csX8" fmla="*/ 1509 w 822310"/>
              <a:gd name="csY8" fmla="*/ 450373 h 491042"/>
              <a:gd name="csX9" fmla="*/ 0 w 822310"/>
              <a:gd name="csY9" fmla="*/ 480499 h 491042"/>
              <a:gd name="csX10" fmla="*/ 29422 w 822310"/>
              <a:gd name="csY10" fmla="*/ 482005 h 491042"/>
              <a:gd name="csX11" fmla="*/ 362118 w 822310"/>
              <a:gd name="csY11" fmla="*/ 491042 h 491042"/>
              <a:gd name="csX12" fmla="*/ 669165 w 822310"/>
              <a:gd name="csY12" fmla="*/ 488783 h 491042"/>
              <a:gd name="csX13" fmla="*/ 796661 w 822310"/>
              <a:gd name="csY13" fmla="*/ 485017 h 491042"/>
              <a:gd name="csX14" fmla="*/ 822311 w 822310"/>
              <a:gd name="csY14" fmla="*/ 483511 h 491042"/>
              <a:gd name="csX15" fmla="*/ 819293 w 822310"/>
              <a:gd name="csY15" fmla="*/ 472214 h 491042"/>
              <a:gd name="csX16" fmla="*/ 815521 w 822310"/>
              <a:gd name="csY16" fmla="*/ 437570 h 491042"/>
              <a:gd name="csX17" fmla="*/ 798169 w 822310"/>
              <a:gd name="csY17" fmla="*/ 396901 h 491042"/>
              <a:gd name="csX18" fmla="*/ 793643 w 822310"/>
              <a:gd name="csY18" fmla="*/ 329119 h 491042"/>
              <a:gd name="csX19" fmla="*/ 778555 w 822310"/>
              <a:gd name="csY19" fmla="*/ 252299 h 491042"/>
              <a:gd name="csX20" fmla="*/ 746869 w 822310"/>
              <a:gd name="csY20" fmla="*/ 59498 h 491042"/>
              <a:gd name="csX21" fmla="*/ 731781 w 822310"/>
              <a:gd name="csY21" fmla="*/ 6025 h 491042"/>
              <a:gd name="csX22" fmla="*/ 715938 w 822310"/>
              <a:gd name="csY22" fmla="*/ 6025 h 4910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822310" h="491042">
                <a:moveTo>
                  <a:pt x="715939" y="6025"/>
                </a:moveTo>
                <a:lnTo>
                  <a:pt x="488106" y="10544"/>
                </a:lnTo>
                <a:lnTo>
                  <a:pt x="328925" y="9791"/>
                </a:lnTo>
                <a:lnTo>
                  <a:pt x="192376" y="6778"/>
                </a:lnTo>
                <a:lnTo>
                  <a:pt x="32440" y="753"/>
                </a:lnTo>
                <a:lnTo>
                  <a:pt x="24142" y="0"/>
                </a:lnTo>
                <a:lnTo>
                  <a:pt x="23387" y="30125"/>
                </a:lnTo>
                <a:lnTo>
                  <a:pt x="13579" y="213890"/>
                </a:lnTo>
                <a:lnTo>
                  <a:pt x="1509" y="450373"/>
                </a:lnTo>
                <a:lnTo>
                  <a:pt x="0" y="480499"/>
                </a:lnTo>
                <a:lnTo>
                  <a:pt x="29422" y="482005"/>
                </a:lnTo>
                <a:lnTo>
                  <a:pt x="362118" y="491042"/>
                </a:lnTo>
                <a:lnTo>
                  <a:pt x="669165" y="488783"/>
                </a:lnTo>
                <a:lnTo>
                  <a:pt x="796661" y="485017"/>
                </a:lnTo>
                <a:lnTo>
                  <a:pt x="822311" y="483511"/>
                </a:lnTo>
                <a:lnTo>
                  <a:pt x="819293" y="472214"/>
                </a:lnTo>
                <a:lnTo>
                  <a:pt x="815521" y="437570"/>
                </a:lnTo>
                <a:lnTo>
                  <a:pt x="798169" y="396901"/>
                </a:lnTo>
                <a:lnTo>
                  <a:pt x="793643" y="329119"/>
                </a:lnTo>
                <a:lnTo>
                  <a:pt x="778555" y="252299"/>
                </a:lnTo>
                <a:lnTo>
                  <a:pt x="746869" y="59498"/>
                </a:lnTo>
                <a:lnTo>
                  <a:pt x="731781" y="6025"/>
                </a:lnTo>
                <a:lnTo>
                  <a:pt x="715938" y="6025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99B18F77-1FC8-3B68-8E72-A7EB9118643C}"/>
              </a:ext>
            </a:extLst>
          </p:cNvPr>
          <p:cNvSpPr/>
          <p:nvPr/>
        </p:nvSpPr>
        <p:spPr>
          <a:xfrm>
            <a:off x="1456680" y="3127629"/>
            <a:ext cx="3268873" cy="1703586"/>
          </a:xfrm>
          <a:custGeom>
            <a:avLst/>
            <a:gdLst>
              <a:gd name="csX0" fmla="*/ 3149676 w 3268873"/>
              <a:gd name="csY0" fmla="*/ 1509278 h 1703586"/>
              <a:gd name="csX1" fmla="*/ 3126290 w 3268873"/>
              <a:gd name="csY1" fmla="*/ 1491956 h 1703586"/>
              <a:gd name="csX2" fmla="*/ 3105920 w 3268873"/>
              <a:gd name="csY2" fmla="*/ 1497228 h 1703586"/>
              <a:gd name="csX3" fmla="*/ 3110447 w 3268873"/>
              <a:gd name="csY3" fmla="*/ 1539404 h 1703586"/>
              <a:gd name="csX4" fmla="*/ 3082534 w 3268873"/>
              <a:gd name="csY4" fmla="*/ 1574048 h 1703586"/>
              <a:gd name="csX5" fmla="*/ 3106675 w 3268873"/>
              <a:gd name="csY5" fmla="*/ 1629026 h 1703586"/>
              <a:gd name="csX6" fmla="*/ 3113464 w 3268873"/>
              <a:gd name="csY6" fmla="*/ 1685511 h 1703586"/>
              <a:gd name="csX7" fmla="*/ 3141378 w 3268873"/>
              <a:gd name="csY7" fmla="*/ 1703586 h 1703586"/>
              <a:gd name="csX8" fmla="*/ 3158729 w 3268873"/>
              <a:gd name="csY8" fmla="*/ 1675720 h 1703586"/>
              <a:gd name="csX9" fmla="*/ 3189660 w 3268873"/>
              <a:gd name="csY9" fmla="*/ 1653126 h 1703586"/>
              <a:gd name="csX10" fmla="*/ 3227381 w 3268873"/>
              <a:gd name="csY10" fmla="*/ 1643336 h 1703586"/>
              <a:gd name="csX11" fmla="*/ 3268874 w 3268873"/>
              <a:gd name="csY11" fmla="*/ 1607938 h 1703586"/>
              <a:gd name="csX12" fmla="*/ 3228135 w 3268873"/>
              <a:gd name="csY12" fmla="*/ 1573294 h 1703586"/>
              <a:gd name="csX13" fmla="*/ 3227381 w 3268873"/>
              <a:gd name="csY13" fmla="*/ 1552207 h 1703586"/>
              <a:gd name="csX14" fmla="*/ 3149676 w 3268873"/>
              <a:gd name="csY14" fmla="*/ 1509278 h 1703586"/>
              <a:gd name="csX15" fmla="*/ 3012373 w 3268873"/>
              <a:gd name="csY15" fmla="*/ 1448274 h 1703586"/>
              <a:gd name="csX16" fmla="*/ 3001057 w 3268873"/>
              <a:gd name="csY16" fmla="*/ 1438484 h 1703586"/>
              <a:gd name="csX17" fmla="*/ 2990495 w 3268873"/>
              <a:gd name="csY17" fmla="*/ 1452793 h 1703586"/>
              <a:gd name="csX18" fmla="*/ 3012373 w 3268873"/>
              <a:gd name="csY18" fmla="*/ 1448274 h 1703586"/>
              <a:gd name="csX19" fmla="*/ 2955792 w 3268873"/>
              <a:gd name="csY19" fmla="*/ 1415890 h 1703586"/>
              <a:gd name="csX20" fmla="*/ 2958810 w 3268873"/>
              <a:gd name="csY20" fmla="*/ 1388024 h 1703586"/>
              <a:gd name="csX21" fmla="*/ 2944476 w 3268873"/>
              <a:gd name="csY21" fmla="*/ 1385764 h 1703586"/>
              <a:gd name="csX22" fmla="*/ 2955792 w 3268873"/>
              <a:gd name="csY22" fmla="*/ 1415890 h 1703586"/>
              <a:gd name="csX23" fmla="*/ 3003320 w 3268873"/>
              <a:gd name="csY23" fmla="*/ 1369948 h 1703586"/>
              <a:gd name="csX24" fmla="*/ 2990495 w 3268873"/>
              <a:gd name="csY24" fmla="*/ 1375974 h 1703586"/>
              <a:gd name="csX25" fmla="*/ 2999548 w 3268873"/>
              <a:gd name="csY25" fmla="*/ 1404593 h 1703586"/>
              <a:gd name="csX26" fmla="*/ 3019163 w 3268873"/>
              <a:gd name="csY26" fmla="*/ 1406099 h 1703586"/>
              <a:gd name="csX27" fmla="*/ 3025198 w 3268873"/>
              <a:gd name="csY27" fmla="*/ 1430952 h 1703586"/>
              <a:gd name="csX28" fmla="*/ 3046322 w 3268873"/>
              <a:gd name="csY28" fmla="*/ 1439990 h 1703586"/>
              <a:gd name="csX29" fmla="*/ 3093095 w 3268873"/>
              <a:gd name="csY29" fmla="*/ 1418149 h 1703586"/>
              <a:gd name="csX30" fmla="*/ 3049339 w 3268873"/>
              <a:gd name="csY30" fmla="*/ 1381999 h 1703586"/>
              <a:gd name="csX31" fmla="*/ 3003320 w 3268873"/>
              <a:gd name="csY31" fmla="*/ 1369948 h 1703586"/>
              <a:gd name="csX32" fmla="*/ 2906755 w 3268873"/>
              <a:gd name="csY32" fmla="*/ 1339070 h 1703586"/>
              <a:gd name="csX33" fmla="*/ 2899966 w 3268873"/>
              <a:gd name="csY33" fmla="*/ 1359405 h 1703586"/>
              <a:gd name="csX34" fmla="*/ 2932405 w 3268873"/>
              <a:gd name="csY34" fmla="*/ 1358651 h 1703586"/>
              <a:gd name="csX35" fmla="*/ 2962582 w 3268873"/>
              <a:gd name="csY35" fmla="*/ 1366183 h 1703586"/>
              <a:gd name="csX36" fmla="*/ 2946739 w 3268873"/>
              <a:gd name="csY36" fmla="*/ 1341329 h 1703586"/>
              <a:gd name="csX37" fmla="*/ 2906755 w 3268873"/>
              <a:gd name="csY37" fmla="*/ 1339070 h 1703586"/>
              <a:gd name="csX38" fmla="*/ 2811699 w 3268873"/>
              <a:gd name="csY38" fmla="*/ 1279573 h 1703586"/>
              <a:gd name="csX39" fmla="*/ 2794348 w 3268873"/>
              <a:gd name="csY39" fmla="*/ 1263004 h 1703586"/>
              <a:gd name="csX40" fmla="*/ 2761154 w 3268873"/>
              <a:gd name="csY40" fmla="*/ 1288610 h 1703586"/>
              <a:gd name="csX41" fmla="*/ 2782277 w 3268873"/>
              <a:gd name="csY41" fmla="*/ 1327773 h 1703586"/>
              <a:gd name="csX42" fmla="*/ 2797365 w 3268873"/>
              <a:gd name="csY42" fmla="*/ 1311957 h 1703586"/>
              <a:gd name="csX43" fmla="*/ 2840367 w 3268873"/>
              <a:gd name="csY43" fmla="*/ 1320995 h 1703586"/>
              <a:gd name="csX44" fmla="*/ 2836595 w 3268873"/>
              <a:gd name="csY44" fmla="*/ 1302920 h 1703586"/>
              <a:gd name="csX45" fmla="*/ 2811699 w 3268873"/>
              <a:gd name="csY45" fmla="*/ 1279573 h 1703586"/>
              <a:gd name="csX46" fmla="*/ 2473722 w 3268873"/>
              <a:gd name="csY46" fmla="*/ 1246435 h 1703586"/>
              <a:gd name="csX47" fmla="*/ 2478248 w 3268873"/>
              <a:gd name="csY47" fmla="*/ 1235891 h 1703586"/>
              <a:gd name="csX48" fmla="*/ 2491073 w 3268873"/>
              <a:gd name="csY48" fmla="*/ 1229113 h 1703586"/>
              <a:gd name="csX49" fmla="*/ 2473722 w 3268873"/>
              <a:gd name="csY49" fmla="*/ 1246435 h 1703586"/>
              <a:gd name="csX50" fmla="*/ 2593674 w 3268873"/>
              <a:gd name="csY50" fmla="*/ 1177900 h 1703586"/>
              <a:gd name="csX51" fmla="*/ 2540865 w 3268873"/>
              <a:gd name="csY51" fmla="*/ 1197481 h 1703586"/>
              <a:gd name="csX52" fmla="*/ 2535584 w 3268873"/>
              <a:gd name="csY52" fmla="*/ 1211791 h 1703586"/>
              <a:gd name="csX53" fmla="*/ 2556707 w 3268873"/>
              <a:gd name="csY53" fmla="*/ 1226853 h 1703586"/>
              <a:gd name="csX54" fmla="*/ 2586130 w 3268873"/>
              <a:gd name="csY54" fmla="*/ 1234385 h 1703586"/>
              <a:gd name="csX55" fmla="*/ 2607253 w 3268873"/>
              <a:gd name="csY55" fmla="*/ 1192962 h 1703586"/>
              <a:gd name="csX56" fmla="*/ 2593674 w 3268873"/>
              <a:gd name="csY56" fmla="*/ 1177900 h 1703586"/>
              <a:gd name="csX57" fmla="*/ 2227783 w 3268873"/>
              <a:gd name="csY57" fmla="*/ 1039323 h 1703586"/>
              <a:gd name="csX58" fmla="*/ 2227783 w 3268873"/>
              <a:gd name="csY58" fmla="*/ 1038570 h 1703586"/>
              <a:gd name="csX59" fmla="*/ 2226274 w 3268873"/>
              <a:gd name="csY59" fmla="*/ 1038570 h 1703586"/>
              <a:gd name="csX60" fmla="*/ 2227783 w 3268873"/>
              <a:gd name="csY60" fmla="*/ 1039323 h 1703586"/>
              <a:gd name="csX61" fmla="*/ 1827944 w 3268873"/>
              <a:gd name="csY61" fmla="*/ 940663 h 1703586"/>
              <a:gd name="csX62" fmla="*/ 1827944 w 3268873"/>
              <a:gd name="csY62" fmla="*/ 942169 h 1703586"/>
              <a:gd name="csX63" fmla="*/ 1828699 w 3268873"/>
              <a:gd name="csY63" fmla="*/ 942169 h 1703586"/>
              <a:gd name="csX64" fmla="*/ 1827944 w 3268873"/>
              <a:gd name="csY64" fmla="*/ 940663 h 1703586"/>
              <a:gd name="csX65" fmla="*/ 1618217 w 3268873"/>
              <a:gd name="csY65" fmla="*/ 906019 h 1703586"/>
              <a:gd name="csX66" fmla="*/ 1618972 w 3268873"/>
              <a:gd name="csY66" fmla="*/ 906772 h 1703586"/>
              <a:gd name="csX67" fmla="*/ 1618972 w 3268873"/>
              <a:gd name="csY67" fmla="*/ 906772 h 1703586"/>
              <a:gd name="csX68" fmla="*/ 1618217 w 3268873"/>
              <a:gd name="csY68" fmla="*/ 906019 h 1703586"/>
              <a:gd name="csX69" fmla="*/ 1609919 w 3268873"/>
              <a:gd name="csY69" fmla="*/ 890956 h 1703586"/>
              <a:gd name="csX70" fmla="*/ 1609919 w 3268873"/>
              <a:gd name="csY70" fmla="*/ 890956 h 1703586"/>
              <a:gd name="csX71" fmla="*/ 1609919 w 3268873"/>
              <a:gd name="csY71" fmla="*/ 890956 h 1703586"/>
              <a:gd name="csX72" fmla="*/ 1609919 w 3268873"/>
              <a:gd name="csY72" fmla="*/ 890956 h 1703586"/>
              <a:gd name="csX73" fmla="*/ 1603129 w 3268873"/>
              <a:gd name="csY73" fmla="*/ 883425 h 1703586"/>
              <a:gd name="csX74" fmla="*/ 1601620 w 3268873"/>
              <a:gd name="csY74" fmla="*/ 883425 h 1703586"/>
              <a:gd name="csX75" fmla="*/ 1601620 w 3268873"/>
              <a:gd name="csY75" fmla="*/ 884178 h 1703586"/>
              <a:gd name="csX76" fmla="*/ 1603129 w 3268873"/>
              <a:gd name="csY76" fmla="*/ 883425 h 1703586"/>
              <a:gd name="csX77" fmla="*/ 1608410 w 3268873"/>
              <a:gd name="csY77" fmla="*/ 883425 h 1703586"/>
              <a:gd name="csX78" fmla="*/ 1607655 w 3268873"/>
              <a:gd name="csY78" fmla="*/ 883425 h 1703586"/>
              <a:gd name="csX79" fmla="*/ 1608410 w 3268873"/>
              <a:gd name="csY79" fmla="*/ 883425 h 1703586"/>
              <a:gd name="csX80" fmla="*/ 1608410 w 3268873"/>
              <a:gd name="csY80" fmla="*/ 883425 h 1703586"/>
              <a:gd name="csX81" fmla="*/ 1607655 w 3268873"/>
              <a:gd name="csY81" fmla="*/ 882671 h 1703586"/>
              <a:gd name="csX82" fmla="*/ 1607655 w 3268873"/>
              <a:gd name="csY82" fmla="*/ 882671 h 1703586"/>
              <a:gd name="csX83" fmla="*/ 1607655 w 3268873"/>
              <a:gd name="csY83" fmla="*/ 883425 h 1703586"/>
              <a:gd name="csX84" fmla="*/ 1607655 w 3268873"/>
              <a:gd name="csY84" fmla="*/ 882671 h 1703586"/>
              <a:gd name="csX85" fmla="*/ 1370769 w 3268873"/>
              <a:gd name="csY85" fmla="*/ 688363 h 1703586"/>
              <a:gd name="csX86" fmla="*/ 1370014 w 3268873"/>
              <a:gd name="csY86" fmla="*/ 686104 h 1703586"/>
              <a:gd name="csX87" fmla="*/ 1370014 w 3268873"/>
              <a:gd name="csY87" fmla="*/ 686857 h 1703586"/>
              <a:gd name="csX88" fmla="*/ 1370769 w 3268873"/>
              <a:gd name="csY88" fmla="*/ 688364 h 1703586"/>
              <a:gd name="csX89" fmla="*/ 853996 w 3268873"/>
              <a:gd name="csY89" fmla="*/ 523427 h 1703586"/>
              <a:gd name="csX90" fmla="*/ 851733 w 3268873"/>
              <a:gd name="csY90" fmla="*/ 525687 h 1703586"/>
              <a:gd name="csX91" fmla="*/ 853242 w 3268873"/>
              <a:gd name="csY91" fmla="*/ 526440 h 1703586"/>
              <a:gd name="csX92" fmla="*/ 853996 w 3268873"/>
              <a:gd name="csY92" fmla="*/ 523428 h 1703586"/>
              <a:gd name="csX93" fmla="*/ 307046 w 3268873"/>
              <a:gd name="csY93" fmla="*/ 143095 h 1703586"/>
              <a:gd name="csX94" fmla="*/ 307046 w 3268873"/>
              <a:gd name="csY94" fmla="*/ 143095 h 1703586"/>
              <a:gd name="csX95" fmla="*/ 307046 w 3268873"/>
              <a:gd name="csY95" fmla="*/ 143095 h 1703586"/>
              <a:gd name="csX96" fmla="*/ 307046 w 3268873"/>
              <a:gd name="csY96" fmla="*/ 143095 h 1703586"/>
              <a:gd name="csX97" fmla="*/ 325907 w 3268873"/>
              <a:gd name="csY97" fmla="*/ 143849 h 1703586"/>
              <a:gd name="csX98" fmla="*/ 325152 w 3268873"/>
              <a:gd name="csY98" fmla="*/ 143849 h 1703586"/>
              <a:gd name="csX99" fmla="*/ 325152 w 3268873"/>
              <a:gd name="csY99" fmla="*/ 143849 h 1703586"/>
              <a:gd name="csX100" fmla="*/ 325907 w 3268873"/>
              <a:gd name="csY100" fmla="*/ 143849 h 1703586"/>
              <a:gd name="csX101" fmla="*/ 322135 w 3268873"/>
              <a:gd name="csY101" fmla="*/ 143095 h 1703586"/>
              <a:gd name="csX102" fmla="*/ 322135 w 3268873"/>
              <a:gd name="csY102" fmla="*/ 143095 h 1703586"/>
              <a:gd name="csX103" fmla="*/ 322135 w 3268873"/>
              <a:gd name="csY103" fmla="*/ 143095 h 1703586"/>
              <a:gd name="csX104" fmla="*/ 322135 w 3268873"/>
              <a:gd name="csY104" fmla="*/ 143095 h 1703586"/>
              <a:gd name="csX105" fmla="*/ 0 w 3268873"/>
              <a:gd name="csY105" fmla="*/ 2260 h 1703586"/>
              <a:gd name="csX106" fmla="*/ 2263 w 3268873"/>
              <a:gd name="csY106" fmla="*/ 1506 h 1703586"/>
              <a:gd name="csX107" fmla="*/ 2263 w 3268873"/>
              <a:gd name="csY107" fmla="*/ 0 h 1703586"/>
              <a:gd name="csX108" fmla="*/ 0 w 3268873"/>
              <a:gd name="csY108" fmla="*/ 2259 h 17035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</a:cxnLst>
            <a:rect l="l" t="t" r="r" b="b"/>
            <a:pathLst>
              <a:path w="3268873" h="1703586">
                <a:moveTo>
                  <a:pt x="3149676" y="1509278"/>
                </a:moveTo>
                <a:lnTo>
                  <a:pt x="3126290" y="1491956"/>
                </a:lnTo>
                <a:lnTo>
                  <a:pt x="3105920" y="1497228"/>
                </a:lnTo>
                <a:lnTo>
                  <a:pt x="3110447" y="1539404"/>
                </a:lnTo>
                <a:lnTo>
                  <a:pt x="3082534" y="1574048"/>
                </a:lnTo>
                <a:lnTo>
                  <a:pt x="3106675" y="1629026"/>
                </a:lnTo>
                <a:lnTo>
                  <a:pt x="3113464" y="1685511"/>
                </a:lnTo>
                <a:lnTo>
                  <a:pt x="3141378" y="1703586"/>
                </a:lnTo>
                <a:lnTo>
                  <a:pt x="3158729" y="1675720"/>
                </a:lnTo>
                <a:lnTo>
                  <a:pt x="3189660" y="1653126"/>
                </a:lnTo>
                <a:lnTo>
                  <a:pt x="3227381" y="1643336"/>
                </a:lnTo>
                <a:lnTo>
                  <a:pt x="3268874" y="1607938"/>
                </a:lnTo>
                <a:lnTo>
                  <a:pt x="3228135" y="1573294"/>
                </a:lnTo>
                <a:lnTo>
                  <a:pt x="3227381" y="1552207"/>
                </a:lnTo>
                <a:lnTo>
                  <a:pt x="3149676" y="1509278"/>
                </a:lnTo>
                <a:close/>
                <a:moveTo>
                  <a:pt x="3012373" y="1448274"/>
                </a:moveTo>
                <a:lnTo>
                  <a:pt x="3001057" y="1438484"/>
                </a:lnTo>
                <a:lnTo>
                  <a:pt x="2990495" y="1452793"/>
                </a:lnTo>
                <a:lnTo>
                  <a:pt x="3012373" y="1448274"/>
                </a:lnTo>
                <a:close/>
                <a:moveTo>
                  <a:pt x="2955792" y="1415890"/>
                </a:moveTo>
                <a:lnTo>
                  <a:pt x="2958810" y="1388024"/>
                </a:lnTo>
                <a:lnTo>
                  <a:pt x="2944476" y="1385764"/>
                </a:lnTo>
                <a:lnTo>
                  <a:pt x="2955792" y="1415890"/>
                </a:lnTo>
                <a:close/>
                <a:moveTo>
                  <a:pt x="3003320" y="1369948"/>
                </a:moveTo>
                <a:lnTo>
                  <a:pt x="2990495" y="1375974"/>
                </a:lnTo>
                <a:lnTo>
                  <a:pt x="2999548" y="1404593"/>
                </a:lnTo>
                <a:lnTo>
                  <a:pt x="3019163" y="1406099"/>
                </a:lnTo>
                <a:lnTo>
                  <a:pt x="3025198" y="1430952"/>
                </a:lnTo>
                <a:lnTo>
                  <a:pt x="3046322" y="1439990"/>
                </a:lnTo>
                <a:lnTo>
                  <a:pt x="3093095" y="1418149"/>
                </a:lnTo>
                <a:lnTo>
                  <a:pt x="3049339" y="1381999"/>
                </a:lnTo>
                <a:lnTo>
                  <a:pt x="3003320" y="1369948"/>
                </a:lnTo>
                <a:close/>
                <a:moveTo>
                  <a:pt x="2906755" y="1339070"/>
                </a:moveTo>
                <a:lnTo>
                  <a:pt x="2899966" y="1359405"/>
                </a:lnTo>
                <a:lnTo>
                  <a:pt x="2932405" y="1358651"/>
                </a:lnTo>
                <a:lnTo>
                  <a:pt x="2962582" y="1366183"/>
                </a:lnTo>
                <a:lnTo>
                  <a:pt x="2946739" y="1341329"/>
                </a:lnTo>
                <a:lnTo>
                  <a:pt x="2906755" y="1339070"/>
                </a:lnTo>
                <a:close/>
                <a:moveTo>
                  <a:pt x="2811699" y="1279573"/>
                </a:moveTo>
                <a:lnTo>
                  <a:pt x="2794348" y="1263004"/>
                </a:lnTo>
                <a:lnTo>
                  <a:pt x="2761154" y="1288610"/>
                </a:lnTo>
                <a:lnTo>
                  <a:pt x="2782277" y="1327773"/>
                </a:lnTo>
                <a:lnTo>
                  <a:pt x="2797365" y="1311957"/>
                </a:lnTo>
                <a:lnTo>
                  <a:pt x="2840367" y="1320995"/>
                </a:lnTo>
                <a:lnTo>
                  <a:pt x="2836595" y="1302920"/>
                </a:lnTo>
                <a:lnTo>
                  <a:pt x="2811699" y="1279573"/>
                </a:lnTo>
                <a:close/>
                <a:moveTo>
                  <a:pt x="2473722" y="1246435"/>
                </a:moveTo>
                <a:lnTo>
                  <a:pt x="2478248" y="1235891"/>
                </a:lnTo>
                <a:lnTo>
                  <a:pt x="2491073" y="1229113"/>
                </a:lnTo>
                <a:lnTo>
                  <a:pt x="2473722" y="1246435"/>
                </a:lnTo>
                <a:close/>
                <a:moveTo>
                  <a:pt x="2593674" y="1177900"/>
                </a:moveTo>
                <a:lnTo>
                  <a:pt x="2540865" y="1197481"/>
                </a:lnTo>
                <a:lnTo>
                  <a:pt x="2535584" y="1211791"/>
                </a:lnTo>
                <a:lnTo>
                  <a:pt x="2556707" y="1226853"/>
                </a:lnTo>
                <a:lnTo>
                  <a:pt x="2586130" y="1234385"/>
                </a:lnTo>
                <a:lnTo>
                  <a:pt x="2607253" y="1192962"/>
                </a:lnTo>
                <a:lnTo>
                  <a:pt x="2593674" y="1177900"/>
                </a:lnTo>
                <a:close/>
                <a:moveTo>
                  <a:pt x="2227783" y="1039323"/>
                </a:moveTo>
                <a:lnTo>
                  <a:pt x="2227783" y="1038570"/>
                </a:lnTo>
                <a:lnTo>
                  <a:pt x="2226274" y="1038570"/>
                </a:lnTo>
                <a:lnTo>
                  <a:pt x="2227783" y="1039323"/>
                </a:lnTo>
                <a:close/>
                <a:moveTo>
                  <a:pt x="1827944" y="940663"/>
                </a:moveTo>
                <a:lnTo>
                  <a:pt x="1827944" y="942169"/>
                </a:lnTo>
                <a:lnTo>
                  <a:pt x="1828699" y="942169"/>
                </a:lnTo>
                <a:lnTo>
                  <a:pt x="1827944" y="940663"/>
                </a:lnTo>
                <a:close/>
                <a:moveTo>
                  <a:pt x="1618217" y="906019"/>
                </a:moveTo>
                <a:lnTo>
                  <a:pt x="1618972" y="906772"/>
                </a:lnTo>
                <a:lnTo>
                  <a:pt x="1618972" y="906772"/>
                </a:lnTo>
                <a:lnTo>
                  <a:pt x="1618217" y="906019"/>
                </a:lnTo>
                <a:close/>
                <a:moveTo>
                  <a:pt x="1609919" y="890956"/>
                </a:moveTo>
                <a:lnTo>
                  <a:pt x="1609919" y="890956"/>
                </a:lnTo>
                <a:lnTo>
                  <a:pt x="1609919" y="890956"/>
                </a:lnTo>
                <a:lnTo>
                  <a:pt x="1609919" y="890956"/>
                </a:lnTo>
                <a:close/>
                <a:moveTo>
                  <a:pt x="1603129" y="883425"/>
                </a:moveTo>
                <a:lnTo>
                  <a:pt x="1601620" y="883425"/>
                </a:lnTo>
                <a:lnTo>
                  <a:pt x="1601620" y="884178"/>
                </a:lnTo>
                <a:lnTo>
                  <a:pt x="1603129" y="883425"/>
                </a:lnTo>
                <a:close/>
                <a:moveTo>
                  <a:pt x="1608410" y="883425"/>
                </a:moveTo>
                <a:lnTo>
                  <a:pt x="1607655" y="883425"/>
                </a:lnTo>
                <a:lnTo>
                  <a:pt x="1608410" y="883425"/>
                </a:lnTo>
                <a:lnTo>
                  <a:pt x="1608410" y="883425"/>
                </a:lnTo>
                <a:close/>
                <a:moveTo>
                  <a:pt x="1607655" y="882671"/>
                </a:moveTo>
                <a:lnTo>
                  <a:pt x="1607655" y="882671"/>
                </a:lnTo>
                <a:lnTo>
                  <a:pt x="1607655" y="883425"/>
                </a:lnTo>
                <a:lnTo>
                  <a:pt x="1607655" y="882671"/>
                </a:lnTo>
                <a:close/>
                <a:moveTo>
                  <a:pt x="1370769" y="688363"/>
                </a:moveTo>
                <a:lnTo>
                  <a:pt x="1370014" y="686104"/>
                </a:lnTo>
                <a:lnTo>
                  <a:pt x="1370014" y="686857"/>
                </a:lnTo>
                <a:lnTo>
                  <a:pt x="1370769" y="688364"/>
                </a:lnTo>
                <a:close/>
                <a:moveTo>
                  <a:pt x="853996" y="523427"/>
                </a:moveTo>
                <a:lnTo>
                  <a:pt x="851733" y="525687"/>
                </a:lnTo>
                <a:lnTo>
                  <a:pt x="853242" y="526440"/>
                </a:lnTo>
                <a:lnTo>
                  <a:pt x="853996" y="523428"/>
                </a:lnTo>
                <a:close/>
                <a:moveTo>
                  <a:pt x="307046" y="143095"/>
                </a:moveTo>
                <a:lnTo>
                  <a:pt x="307046" y="143095"/>
                </a:lnTo>
                <a:lnTo>
                  <a:pt x="307046" y="143095"/>
                </a:lnTo>
                <a:lnTo>
                  <a:pt x="307046" y="143095"/>
                </a:lnTo>
                <a:close/>
                <a:moveTo>
                  <a:pt x="325907" y="143849"/>
                </a:moveTo>
                <a:lnTo>
                  <a:pt x="325152" y="143849"/>
                </a:lnTo>
                <a:lnTo>
                  <a:pt x="325152" y="143849"/>
                </a:lnTo>
                <a:lnTo>
                  <a:pt x="325907" y="143849"/>
                </a:lnTo>
                <a:close/>
                <a:moveTo>
                  <a:pt x="322135" y="143095"/>
                </a:moveTo>
                <a:lnTo>
                  <a:pt x="322135" y="143095"/>
                </a:lnTo>
                <a:lnTo>
                  <a:pt x="322135" y="143095"/>
                </a:lnTo>
                <a:lnTo>
                  <a:pt x="322135" y="143095"/>
                </a:lnTo>
                <a:close/>
                <a:moveTo>
                  <a:pt x="0" y="2260"/>
                </a:moveTo>
                <a:lnTo>
                  <a:pt x="2263" y="1506"/>
                </a:lnTo>
                <a:lnTo>
                  <a:pt x="2263" y="0"/>
                </a:lnTo>
                <a:lnTo>
                  <a:pt x="0" y="2259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4BA807D5-9FB1-3646-8560-16D86E7E1186}"/>
              </a:ext>
            </a:extLst>
          </p:cNvPr>
          <p:cNvSpPr/>
          <p:nvPr/>
        </p:nvSpPr>
        <p:spPr>
          <a:xfrm>
            <a:off x="3443052" y="1030156"/>
            <a:ext cx="740079" cy="1204259"/>
          </a:xfrm>
          <a:custGeom>
            <a:avLst/>
            <a:gdLst>
              <a:gd name="csX0" fmla="*/ 329678 w 740079"/>
              <a:gd name="csY0" fmla="*/ 21088 h 1204259"/>
              <a:gd name="csX1" fmla="*/ 262535 w 740079"/>
              <a:gd name="csY1" fmla="*/ 7531 h 1204259"/>
              <a:gd name="csX2" fmla="*/ 240657 w 740079"/>
              <a:gd name="csY2" fmla="*/ 2259 h 1204259"/>
              <a:gd name="csX3" fmla="*/ 230850 w 740079"/>
              <a:gd name="csY3" fmla="*/ 0 h 1204259"/>
              <a:gd name="csX4" fmla="*/ 143338 w 740079"/>
              <a:gd name="csY4" fmla="*/ 393135 h 1204259"/>
              <a:gd name="csX5" fmla="*/ 147110 w 740079"/>
              <a:gd name="csY5" fmla="*/ 425520 h 1204259"/>
              <a:gd name="csX6" fmla="*/ 144093 w 740079"/>
              <a:gd name="csY6" fmla="*/ 459411 h 1204259"/>
              <a:gd name="csX7" fmla="*/ 145601 w 740079"/>
              <a:gd name="csY7" fmla="*/ 466942 h 1204259"/>
              <a:gd name="csX8" fmla="*/ 145601 w 740079"/>
              <a:gd name="csY8" fmla="*/ 467696 h 1204259"/>
              <a:gd name="csX9" fmla="*/ 146356 w 740079"/>
              <a:gd name="csY9" fmla="*/ 482005 h 1204259"/>
              <a:gd name="csX10" fmla="*/ 172006 w 740079"/>
              <a:gd name="csY10" fmla="*/ 509871 h 1204259"/>
              <a:gd name="csX11" fmla="*/ 135040 w 740079"/>
              <a:gd name="csY11" fmla="*/ 602506 h 1204259"/>
              <a:gd name="csX12" fmla="*/ 56581 w 740079"/>
              <a:gd name="csY12" fmla="*/ 704932 h 1204259"/>
              <a:gd name="csX13" fmla="*/ 54318 w 740079"/>
              <a:gd name="csY13" fmla="*/ 723761 h 1204259"/>
              <a:gd name="csX14" fmla="*/ 74687 w 740079"/>
              <a:gd name="csY14" fmla="*/ 771961 h 1204259"/>
              <a:gd name="csX15" fmla="*/ 3018 w 740079"/>
              <a:gd name="csY15" fmla="*/ 1068695 h 1204259"/>
              <a:gd name="csX16" fmla="*/ 0 w 740079"/>
              <a:gd name="csY16" fmla="*/ 1084511 h 1204259"/>
              <a:gd name="csX17" fmla="*/ 21123 w 740079"/>
              <a:gd name="csY17" fmla="*/ 1089030 h 1204259"/>
              <a:gd name="csX18" fmla="*/ 234622 w 740079"/>
              <a:gd name="csY18" fmla="*/ 1131205 h 1204259"/>
              <a:gd name="csX19" fmla="*/ 319871 w 740079"/>
              <a:gd name="csY19" fmla="*/ 1147021 h 1204259"/>
              <a:gd name="csX20" fmla="*/ 341749 w 740079"/>
              <a:gd name="csY20" fmla="*/ 1150787 h 1204259"/>
              <a:gd name="csX21" fmla="*/ 362873 w 740079"/>
              <a:gd name="csY21" fmla="*/ 1154552 h 1204259"/>
              <a:gd name="csX22" fmla="*/ 471508 w 740079"/>
              <a:gd name="csY22" fmla="*/ 1171874 h 1204259"/>
              <a:gd name="csX23" fmla="*/ 666147 w 740079"/>
              <a:gd name="csY23" fmla="*/ 1201247 h 1204259"/>
              <a:gd name="csX24" fmla="*/ 688025 w 740079"/>
              <a:gd name="csY24" fmla="*/ 1204259 h 1204259"/>
              <a:gd name="csX25" fmla="*/ 691042 w 740079"/>
              <a:gd name="csY25" fmla="*/ 1179406 h 1204259"/>
              <a:gd name="csX26" fmla="*/ 697832 w 740079"/>
              <a:gd name="csY26" fmla="*/ 1130452 h 1204259"/>
              <a:gd name="csX27" fmla="*/ 723482 w 740079"/>
              <a:gd name="csY27" fmla="*/ 934638 h 1204259"/>
              <a:gd name="csX28" fmla="*/ 737062 w 740079"/>
              <a:gd name="csY28" fmla="*/ 837484 h 1204259"/>
              <a:gd name="csX29" fmla="*/ 740079 w 740079"/>
              <a:gd name="csY29" fmla="*/ 812630 h 1204259"/>
              <a:gd name="csX30" fmla="*/ 735553 w 740079"/>
              <a:gd name="csY30" fmla="*/ 810371 h 1204259"/>
              <a:gd name="csX31" fmla="*/ 712166 w 740079"/>
              <a:gd name="csY31" fmla="*/ 768195 h 1204259"/>
              <a:gd name="csX32" fmla="*/ 692551 w 740079"/>
              <a:gd name="csY32" fmla="*/ 793802 h 1204259"/>
              <a:gd name="csX33" fmla="*/ 613338 w 740079"/>
              <a:gd name="csY33" fmla="*/ 785517 h 1204259"/>
              <a:gd name="csX34" fmla="*/ 550722 w 740079"/>
              <a:gd name="csY34" fmla="*/ 786271 h 1204259"/>
              <a:gd name="csX35" fmla="*/ 543178 w 740079"/>
              <a:gd name="csY35" fmla="*/ 792296 h 1204259"/>
              <a:gd name="csX36" fmla="*/ 513755 w 740079"/>
              <a:gd name="csY36" fmla="*/ 732045 h 1204259"/>
              <a:gd name="csX37" fmla="*/ 506211 w 740079"/>
              <a:gd name="csY37" fmla="*/ 726020 h 1204259"/>
              <a:gd name="csX38" fmla="*/ 463964 w 740079"/>
              <a:gd name="csY38" fmla="*/ 622841 h 1204259"/>
              <a:gd name="csX39" fmla="*/ 457929 w 740079"/>
              <a:gd name="csY39" fmla="*/ 588197 h 1204259"/>
              <a:gd name="csX40" fmla="*/ 383242 w 740079"/>
              <a:gd name="csY40" fmla="*/ 582925 h 1204259"/>
              <a:gd name="csX41" fmla="*/ 397576 w 740079"/>
              <a:gd name="csY41" fmla="*/ 541503 h 1204259"/>
              <a:gd name="csX42" fmla="*/ 408138 w 740079"/>
              <a:gd name="csY42" fmla="*/ 538490 h 1204259"/>
              <a:gd name="csX43" fmla="*/ 434542 w 740079"/>
              <a:gd name="csY43" fmla="*/ 414977 h 1204259"/>
              <a:gd name="csX44" fmla="*/ 411910 w 740079"/>
              <a:gd name="csY44" fmla="*/ 416483 h 1204259"/>
              <a:gd name="csX45" fmla="*/ 406629 w 740079"/>
              <a:gd name="csY45" fmla="*/ 400667 h 1204259"/>
              <a:gd name="csX46" fmla="*/ 350802 w 740079"/>
              <a:gd name="csY46" fmla="*/ 307279 h 1204259"/>
              <a:gd name="csX47" fmla="*/ 331187 w 740079"/>
              <a:gd name="csY47" fmla="*/ 290710 h 1204259"/>
              <a:gd name="csX48" fmla="*/ 316854 w 740079"/>
              <a:gd name="csY48" fmla="*/ 251547 h 1204259"/>
              <a:gd name="csX49" fmla="*/ 323643 w 740079"/>
              <a:gd name="csY49" fmla="*/ 245522 h 1204259"/>
              <a:gd name="csX50" fmla="*/ 312327 w 740079"/>
              <a:gd name="csY50" fmla="*/ 202593 h 1204259"/>
              <a:gd name="csX51" fmla="*/ 297993 w 740079"/>
              <a:gd name="csY51" fmla="*/ 174727 h 1204259"/>
              <a:gd name="csX52" fmla="*/ 330433 w 740079"/>
              <a:gd name="csY52" fmla="*/ 21088 h 1204259"/>
              <a:gd name="csX53" fmla="*/ 329678 w 740079"/>
              <a:gd name="csY53" fmla="*/ 21088 h 12042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</a:cxnLst>
            <a:rect l="l" t="t" r="r" b="b"/>
            <a:pathLst>
              <a:path w="740079" h="1204259">
                <a:moveTo>
                  <a:pt x="329678" y="21088"/>
                </a:moveTo>
                <a:lnTo>
                  <a:pt x="262535" y="7531"/>
                </a:lnTo>
                <a:lnTo>
                  <a:pt x="240657" y="2259"/>
                </a:lnTo>
                <a:lnTo>
                  <a:pt x="230850" y="0"/>
                </a:lnTo>
                <a:lnTo>
                  <a:pt x="143338" y="393135"/>
                </a:lnTo>
                <a:lnTo>
                  <a:pt x="147110" y="425520"/>
                </a:lnTo>
                <a:lnTo>
                  <a:pt x="144093" y="459411"/>
                </a:lnTo>
                <a:lnTo>
                  <a:pt x="145601" y="466942"/>
                </a:lnTo>
                <a:lnTo>
                  <a:pt x="145601" y="467696"/>
                </a:lnTo>
                <a:lnTo>
                  <a:pt x="146356" y="482005"/>
                </a:lnTo>
                <a:lnTo>
                  <a:pt x="172006" y="509871"/>
                </a:lnTo>
                <a:lnTo>
                  <a:pt x="135040" y="602506"/>
                </a:lnTo>
                <a:lnTo>
                  <a:pt x="56581" y="704932"/>
                </a:lnTo>
                <a:lnTo>
                  <a:pt x="54318" y="723761"/>
                </a:lnTo>
                <a:lnTo>
                  <a:pt x="74687" y="771961"/>
                </a:lnTo>
                <a:lnTo>
                  <a:pt x="3018" y="1068695"/>
                </a:lnTo>
                <a:lnTo>
                  <a:pt x="0" y="1084511"/>
                </a:lnTo>
                <a:lnTo>
                  <a:pt x="21123" y="1089030"/>
                </a:lnTo>
                <a:lnTo>
                  <a:pt x="234622" y="1131205"/>
                </a:lnTo>
                <a:lnTo>
                  <a:pt x="319871" y="1147021"/>
                </a:lnTo>
                <a:lnTo>
                  <a:pt x="341749" y="1150787"/>
                </a:lnTo>
                <a:lnTo>
                  <a:pt x="362873" y="1154552"/>
                </a:lnTo>
                <a:lnTo>
                  <a:pt x="471508" y="1171874"/>
                </a:lnTo>
                <a:lnTo>
                  <a:pt x="666147" y="1201247"/>
                </a:lnTo>
                <a:lnTo>
                  <a:pt x="688025" y="1204259"/>
                </a:lnTo>
                <a:lnTo>
                  <a:pt x="691042" y="1179406"/>
                </a:lnTo>
                <a:lnTo>
                  <a:pt x="697832" y="1130452"/>
                </a:lnTo>
                <a:lnTo>
                  <a:pt x="723482" y="934638"/>
                </a:lnTo>
                <a:lnTo>
                  <a:pt x="737062" y="837484"/>
                </a:lnTo>
                <a:lnTo>
                  <a:pt x="740079" y="812630"/>
                </a:lnTo>
                <a:lnTo>
                  <a:pt x="735553" y="810371"/>
                </a:lnTo>
                <a:lnTo>
                  <a:pt x="712166" y="768195"/>
                </a:lnTo>
                <a:lnTo>
                  <a:pt x="692551" y="793802"/>
                </a:lnTo>
                <a:lnTo>
                  <a:pt x="613338" y="785517"/>
                </a:lnTo>
                <a:lnTo>
                  <a:pt x="550722" y="786271"/>
                </a:lnTo>
                <a:lnTo>
                  <a:pt x="543178" y="792296"/>
                </a:lnTo>
                <a:lnTo>
                  <a:pt x="513755" y="732045"/>
                </a:lnTo>
                <a:lnTo>
                  <a:pt x="506211" y="726020"/>
                </a:lnTo>
                <a:lnTo>
                  <a:pt x="463964" y="622841"/>
                </a:lnTo>
                <a:lnTo>
                  <a:pt x="457929" y="588197"/>
                </a:lnTo>
                <a:lnTo>
                  <a:pt x="383242" y="582925"/>
                </a:lnTo>
                <a:lnTo>
                  <a:pt x="397576" y="541503"/>
                </a:lnTo>
                <a:lnTo>
                  <a:pt x="408138" y="538490"/>
                </a:lnTo>
                <a:lnTo>
                  <a:pt x="434542" y="414977"/>
                </a:lnTo>
                <a:lnTo>
                  <a:pt x="411910" y="416483"/>
                </a:lnTo>
                <a:lnTo>
                  <a:pt x="406629" y="400667"/>
                </a:lnTo>
                <a:lnTo>
                  <a:pt x="350802" y="307279"/>
                </a:lnTo>
                <a:lnTo>
                  <a:pt x="331187" y="290710"/>
                </a:lnTo>
                <a:lnTo>
                  <a:pt x="316854" y="251547"/>
                </a:lnTo>
                <a:lnTo>
                  <a:pt x="323643" y="245522"/>
                </a:lnTo>
                <a:lnTo>
                  <a:pt x="312327" y="202593"/>
                </a:lnTo>
                <a:lnTo>
                  <a:pt x="297993" y="174727"/>
                </a:lnTo>
                <a:lnTo>
                  <a:pt x="330433" y="21088"/>
                </a:lnTo>
                <a:lnTo>
                  <a:pt x="329678" y="21088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01F4AF13-B1EE-6D4C-C294-C4AE28C9CF01}"/>
              </a:ext>
            </a:extLst>
          </p:cNvPr>
          <p:cNvSpPr/>
          <p:nvPr/>
        </p:nvSpPr>
        <p:spPr>
          <a:xfrm>
            <a:off x="2848573" y="886308"/>
            <a:ext cx="825328" cy="610790"/>
          </a:xfrm>
          <a:custGeom>
            <a:avLst/>
            <a:gdLst>
              <a:gd name="csX0" fmla="*/ 15088 w 825328"/>
              <a:gd name="csY0" fmla="*/ 352466 h 610790"/>
              <a:gd name="csX1" fmla="*/ 15843 w 825328"/>
              <a:gd name="csY1" fmla="*/ 339662 h 610790"/>
              <a:gd name="csX2" fmla="*/ 14334 w 825328"/>
              <a:gd name="csY2" fmla="*/ 340416 h 610790"/>
              <a:gd name="csX3" fmla="*/ 15089 w 825328"/>
              <a:gd name="csY3" fmla="*/ 352466 h 610790"/>
              <a:gd name="csX4" fmla="*/ 175778 w 825328"/>
              <a:gd name="csY4" fmla="*/ 283931 h 610790"/>
              <a:gd name="csX5" fmla="*/ 180305 w 825328"/>
              <a:gd name="csY5" fmla="*/ 276399 h 610790"/>
              <a:gd name="csX6" fmla="*/ 175024 w 825328"/>
              <a:gd name="csY6" fmla="*/ 275646 h 610790"/>
              <a:gd name="csX7" fmla="*/ 175779 w 825328"/>
              <a:gd name="csY7" fmla="*/ 283931 h 610790"/>
              <a:gd name="csX8" fmla="*/ 161445 w 825328"/>
              <a:gd name="csY8" fmla="*/ 270374 h 610790"/>
              <a:gd name="csX9" fmla="*/ 165971 w 825328"/>
              <a:gd name="csY9" fmla="*/ 255312 h 610790"/>
              <a:gd name="csX10" fmla="*/ 161445 w 825328"/>
              <a:gd name="csY10" fmla="*/ 253805 h 610790"/>
              <a:gd name="csX11" fmla="*/ 161445 w 825328"/>
              <a:gd name="csY11" fmla="*/ 270374 h 610790"/>
              <a:gd name="csX12" fmla="*/ 216517 w 825328"/>
              <a:gd name="csY12" fmla="*/ 248533 h 610790"/>
              <a:gd name="csX13" fmla="*/ 215762 w 825328"/>
              <a:gd name="csY13" fmla="*/ 233471 h 610790"/>
              <a:gd name="csX14" fmla="*/ 202937 w 825328"/>
              <a:gd name="csY14" fmla="*/ 253052 h 610790"/>
              <a:gd name="csX15" fmla="*/ 216516 w 825328"/>
              <a:gd name="csY15" fmla="*/ 248533 h 610790"/>
              <a:gd name="csX16" fmla="*/ 218025 w 825328"/>
              <a:gd name="csY16" fmla="*/ 216902 h 610790"/>
              <a:gd name="csX17" fmla="*/ 220289 w 825328"/>
              <a:gd name="csY17" fmla="*/ 201839 h 610790"/>
              <a:gd name="csX18" fmla="*/ 218780 w 825328"/>
              <a:gd name="csY18" fmla="*/ 198074 h 610790"/>
              <a:gd name="csX19" fmla="*/ 218025 w 825328"/>
              <a:gd name="csY19" fmla="*/ 216902 h 610790"/>
              <a:gd name="csX20" fmla="*/ 220289 w 825328"/>
              <a:gd name="csY20" fmla="*/ 143095 h 610790"/>
              <a:gd name="csX21" fmla="*/ 219534 w 825328"/>
              <a:gd name="csY21" fmla="*/ 134810 h 610790"/>
              <a:gd name="csX22" fmla="*/ 216516 w 825328"/>
              <a:gd name="csY22" fmla="*/ 134057 h 610790"/>
              <a:gd name="csX23" fmla="*/ 220288 w 825328"/>
              <a:gd name="csY23" fmla="*/ 143095 h 610790"/>
              <a:gd name="csX24" fmla="*/ 244430 w 825328"/>
              <a:gd name="csY24" fmla="*/ 93388 h 610790"/>
              <a:gd name="csX25" fmla="*/ 237640 w 825328"/>
              <a:gd name="csY25" fmla="*/ 92635 h 610790"/>
              <a:gd name="csX26" fmla="*/ 224061 w 825328"/>
              <a:gd name="csY26" fmla="*/ 113723 h 610790"/>
              <a:gd name="csX27" fmla="*/ 244430 w 825328"/>
              <a:gd name="csY27" fmla="*/ 93388 h 610790"/>
              <a:gd name="csX28" fmla="*/ 225570 w 825328"/>
              <a:gd name="csY28" fmla="*/ 73054 h 610790"/>
              <a:gd name="csX29" fmla="*/ 229342 w 825328"/>
              <a:gd name="csY29" fmla="*/ 70041 h 610790"/>
              <a:gd name="csX30" fmla="*/ 230096 w 825328"/>
              <a:gd name="csY30" fmla="*/ 67782 h 610790"/>
              <a:gd name="csX31" fmla="*/ 225570 w 825328"/>
              <a:gd name="csY31" fmla="*/ 73054 h 610790"/>
              <a:gd name="csX32" fmla="*/ 221798 w 825328"/>
              <a:gd name="csY32" fmla="*/ 75313 h 610790"/>
              <a:gd name="csX33" fmla="*/ 219534 w 825328"/>
              <a:gd name="csY33" fmla="*/ 60250 h 610790"/>
              <a:gd name="csX34" fmla="*/ 212745 w 825328"/>
              <a:gd name="csY34" fmla="*/ 73054 h 610790"/>
              <a:gd name="csX35" fmla="*/ 221798 w 825328"/>
              <a:gd name="csY35" fmla="*/ 75313 h 610790"/>
              <a:gd name="csX36" fmla="*/ 218025 w 825328"/>
              <a:gd name="csY36" fmla="*/ 54225 h 610790"/>
              <a:gd name="csX37" fmla="*/ 211236 w 825328"/>
              <a:gd name="csY37" fmla="*/ 51213 h 610790"/>
              <a:gd name="csX38" fmla="*/ 216517 w 825328"/>
              <a:gd name="csY38" fmla="*/ 58744 h 610790"/>
              <a:gd name="csX39" fmla="*/ 218025 w 825328"/>
              <a:gd name="csY39" fmla="*/ 54225 h 610790"/>
              <a:gd name="csX40" fmla="*/ 240658 w 825328"/>
              <a:gd name="csY40" fmla="*/ 67029 h 610790"/>
              <a:gd name="csX41" fmla="*/ 240658 w 825328"/>
              <a:gd name="csY41" fmla="*/ 57238 h 610790"/>
              <a:gd name="csX42" fmla="*/ 238395 w 825328"/>
              <a:gd name="csY42" fmla="*/ 61003 h 610790"/>
              <a:gd name="csX43" fmla="*/ 240658 w 825328"/>
              <a:gd name="csY43" fmla="*/ 67029 h 610790"/>
              <a:gd name="csX44" fmla="*/ 247448 w 825328"/>
              <a:gd name="csY44" fmla="*/ 57238 h 610790"/>
              <a:gd name="csX45" fmla="*/ 244430 w 825328"/>
              <a:gd name="csY45" fmla="*/ 54978 h 610790"/>
              <a:gd name="csX46" fmla="*/ 243675 w 825328"/>
              <a:gd name="csY46" fmla="*/ 54978 h 610790"/>
              <a:gd name="csX47" fmla="*/ 247447 w 825328"/>
              <a:gd name="csY47" fmla="*/ 57238 h 610790"/>
              <a:gd name="csX48" fmla="*/ 204446 w 825328"/>
              <a:gd name="csY48" fmla="*/ 40669 h 610790"/>
              <a:gd name="csX49" fmla="*/ 200674 w 825328"/>
              <a:gd name="csY49" fmla="*/ 37656 h 610790"/>
              <a:gd name="csX50" fmla="*/ 199165 w 825328"/>
              <a:gd name="csY50" fmla="*/ 36903 h 610790"/>
              <a:gd name="csX51" fmla="*/ 204446 w 825328"/>
              <a:gd name="csY51" fmla="*/ 40669 h 610790"/>
              <a:gd name="csX52" fmla="*/ 232359 w 825328"/>
              <a:gd name="csY52" fmla="*/ 37656 h 610790"/>
              <a:gd name="csX53" fmla="*/ 211990 w 825328"/>
              <a:gd name="csY53" fmla="*/ 42928 h 610790"/>
              <a:gd name="csX54" fmla="*/ 217271 w 825328"/>
              <a:gd name="csY54" fmla="*/ 44435 h 610790"/>
              <a:gd name="csX55" fmla="*/ 232359 w 825328"/>
              <a:gd name="csY55" fmla="*/ 37656 h 610790"/>
              <a:gd name="csX56" fmla="*/ 215762 w 825328"/>
              <a:gd name="csY56" fmla="*/ 36150 h 610790"/>
              <a:gd name="csX57" fmla="*/ 211990 w 825328"/>
              <a:gd name="csY57" fmla="*/ 31631 h 610790"/>
              <a:gd name="csX58" fmla="*/ 211236 w 825328"/>
              <a:gd name="csY58" fmla="*/ 32384 h 610790"/>
              <a:gd name="csX59" fmla="*/ 215762 w 825328"/>
              <a:gd name="csY59" fmla="*/ 36150 h 610790"/>
              <a:gd name="csX60" fmla="*/ 231605 w 825328"/>
              <a:gd name="csY60" fmla="*/ 27112 h 610790"/>
              <a:gd name="csX61" fmla="*/ 228587 w 825328"/>
              <a:gd name="csY61" fmla="*/ 27112 h 610790"/>
              <a:gd name="csX62" fmla="*/ 232359 w 825328"/>
              <a:gd name="csY62" fmla="*/ 28619 h 610790"/>
              <a:gd name="csX63" fmla="*/ 231605 w 825328"/>
              <a:gd name="csY63" fmla="*/ 27112 h 610790"/>
              <a:gd name="csX64" fmla="*/ 83740 w 825328"/>
              <a:gd name="csY64" fmla="*/ 413469 h 610790"/>
              <a:gd name="csX65" fmla="*/ 110899 w 825328"/>
              <a:gd name="csY65" fmla="*/ 442842 h 610790"/>
              <a:gd name="csX66" fmla="*/ 106372 w 825328"/>
              <a:gd name="csY66" fmla="*/ 499327 h 610790"/>
              <a:gd name="csX67" fmla="*/ 111653 w 825328"/>
              <a:gd name="csY67" fmla="*/ 513636 h 610790"/>
              <a:gd name="csX68" fmla="*/ 152392 w 825328"/>
              <a:gd name="csY68" fmla="*/ 535477 h 610790"/>
              <a:gd name="csX69" fmla="*/ 267062 w 825328"/>
              <a:gd name="csY69" fmla="*/ 546021 h 610790"/>
              <a:gd name="csX70" fmla="*/ 271589 w 825328"/>
              <a:gd name="csY70" fmla="*/ 559577 h 610790"/>
              <a:gd name="csX71" fmla="*/ 325907 w 825328"/>
              <a:gd name="csY71" fmla="*/ 560331 h 610790"/>
              <a:gd name="csX72" fmla="*/ 377207 w 825328"/>
              <a:gd name="csY72" fmla="*/ 567109 h 610790"/>
              <a:gd name="csX73" fmla="*/ 460947 w 825328"/>
              <a:gd name="csY73" fmla="*/ 558071 h 610790"/>
              <a:gd name="csX74" fmla="*/ 502439 w 825328"/>
              <a:gd name="csY74" fmla="*/ 564849 h 610790"/>
              <a:gd name="csX75" fmla="*/ 513756 w 825328"/>
              <a:gd name="csY75" fmla="*/ 559577 h 610790"/>
              <a:gd name="csX76" fmla="*/ 725746 w 825328"/>
              <a:gd name="csY76" fmla="*/ 607778 h 610790"/>
              <a:gd name="csX77" fmla="*/ 740080 w 825328"/>
              <a:gd name="csY77" fmla="*/ 610790 h 610790"/>
              <a:gd name="csX78" fmla="*/ 738571 w 825328"/>
              <a:gd name="csY78" fmla="*/ 603259 h 610790"/>
              <a:gd name="csX79" fmla="*/ 741588 w 825328"/>
              <a:gd name="csY79" fmla="*/ 569368 h 610790"/>
              <a:gd name="csX80" fmla="*/ 737816 w 825328"/>
              <a:gd name="csY80" fmla="*/ 536984 h 610790"/>
              <a:gd name="csX81" fmla="*/ 825328 w 825328"/>
              <a:gd name="csY81" fmla="*/ 143848 h 610790"/>
              <a:gd name="csX82" fmla="*/ 813258 w 825328"/>
              <a:gd name="csY82" fmla="*/ 141589 h 610790"/>
              <a:gd name="csX83" fmla="*/ 636725 w 825328"/>
              <a:gd name="csY83" fmla="*/ 100167 h 610790"/>
              <a:gd name="csX84" fmla="*/ 482825 w 825328"/>
              <a:gd name="csY84" fmla="*/ 61004 h 610790"/>
              <a:gd name="csX85" fmla="*/ 308555 w 825328"/>
              <a:gd name="csY85" fmla="*/ 12803 h 610790"/>
              <a:gd name="csX86" fmla="*/ 256501 w 825328"/>
              <a:gd name="csY86" fmla="*/ 0 h 610790"/>
              <a:gd name="csX87" fmla="*/ 268571 w 825328"/>
              <a:gd name="csY87" fmla="*/ 65523 h 610790"/>
              <a:gd name="csX88" fmla="*/ 257255 w 825328"/>
              <a:gd name="csY88" fmla="*/ 86610 h 610790"/>
              <a:gd name="csX89" fmla="*/ 236886 w 825328"/>
              <a:gd name="csY89" fmla="*/ 76066 h 610790"/>
              <a:gd name="csX90" fmla="*/ 256501 w 825328"/>
              <a:gd name="csY90" fmla="*/ 167195 h 610790"/>
              <a:gd name="csX91" fmla="*/ 235377 w 825328"/>
              <a:gd name="csY91" fmla="*/ 197321 h 610790"/>
              <a:gd name="csX92" fmla="*/ 225570 w 825328"/>
              <a:gd name="csY92" fmla="*/ 225187 h 610790"/>
              <a:gd name="csX93" fmla="*/ 225570 w 825328"/>
              <a:gd name="csY93" fmla="*/ 253806 h 610790"/>
              <a:gd name="csX94" fmla="*/ 181059 w 825328"/>
              <a:gd name="csY94" fmla="*/ 284684 h 610790"/>
              <a:gd name="csX95" fmla="*/ 162199 w 825328"/>
              <a:gd name="csY95" fmla="*/ 272634 h 610790"/>
              <a:gd name="csX96" fmla="*/ 144093 w 825328"/>
              <a:gd name="csY96" fmla="*/ 281672 h 610790"/>
              <a:gd name="csX97" fmla="*/ 177287 w 825328"/>
              <a:gd name="csY97" fmla="*/ 238743 h 610790"/>
              <a:gd name="csX98" fmla="*/ 168989 w 825328"/>
              <a:gd name="csY98" fmla="*/ 268115 h 610790"/>
              <a:gd name="csX99" fmla="*/ 187849 w 825328"/>
              <a:gd name="csY99" fmla="*/ 247781 h 610790"/>
              <a:gd name="csX100" fmla="*/ 202937 w 825328"/>
              <a:gd name="csY100" fmla="*/ 250793 h 610790"/>
              <a:gd name="csX101" fmla="*/ 198411 w 825328"/>
              <a:gd name="csY101" fmla="*/ 213137 h 610790"/>
              <a:gd name="csX102" fmla="*/ 208218 w 825328"/>
              <a:gd name="csY102" fmla="*/ 214643 h 610790"/>
              <a:gd name="csX103" fmla="*/ 228587 w 825328"/>
              <a:gd name="csY103" fmla="*/ 169455 h 610790"/>
              <a:gd name="csX104" fmla="*/ 221798 w 825328"/>
              <a:gd name="csY104" fmla="*/ 162677 h 610790"/>
              <a:gd name="csX105" fmla="*/ 195393 w 825328"/>
              <a:gd name="csY105" fmla="*/ 196568 h 610790"/>
              <a:gd name="csX106" fmla="*/ 178042 w 825328"/>
              <a:gd name="csY106" fmla="*/ 197321 h 610790"/>
              <a:gd name="csX107" fmla="*/ 196902 w 825328"/>
              <a:gd name="csY107" fmla="*/ 176233 h 610790"/>
              <a:gd name="csX108" fmla="*/ 218025 w 825328"/>
              <a:gd name="csY108" fmla="*/ 170961 h 610790"/>
              <a:gd name="csX109" fmla="*/ 210481 w 825328"/>
              <a:gd name="csY109" fmla="*/ 132551 h 610790"/>
              <a:gd name="csX110" fmla="*/ 189358 w 825328"/>
              <a:gd name="csY110" fmla="*/ 127279 h 610790"/>
              <a:gd name="csX111" fmla="*/ 178796 w 825328"/>
              <a:gd name="csY111" fmla="*/ 109204 h 610790"/>
              <a:gd name="csX112" fmla="*/ 165971 w 825328"/>
              <a:gd name="csY112" fmla="*/ 115982 h 610790"/>
              <a:gd name="csX113" fmla="*/ 96565 w 825328"/>
              <a:gd name="csY113" fmla="*/ 85857 h 610790"/>
              <a:gd name="csX114" fmla="*/ 35457 w 825328"/>
              <a:gd name="csY114" fmla="*/ 38410 h 610790"/>
              <a:gd name="csX115" fmla="*/ 18860 w 825328"/>
              <a:gd name="csY115" fmla="*/ 84351 h 610790"/>
              <a:gd name="csX116" fmla="*/ 17352 w 825328"/>
              <a:gd name="csY116" fmla="*/ 103932 h 610790"/>
              <a:gd name="csX117" fmla="*/ 30177 w 825328"/>
              <a:gd name="csY117" fmla="*/ 138576 h 610790"/>
              <a:gd name="csX118" fmla="*/ 21878 w 825328"/>
              <a:gd name="csY118" fmla="*/ 250793 h 610790"/>
              <a:gd name="csX119" fmla="*/ 15843 w 825328"/>
              <a:gd name="csY119" fmla="*/ 268115 h 610790"/>
              <a:gd name="csX120" fmla="*/ 49791 w 825328"/>
              <a:gd name="csY120" fmla="*/ 271128 h 610790"/>
              <a:gd name="csX121" fmla="*/ 15843 w 825328"/>
              <a:gd name="csY121" fmla="*/ 295228 h 610790"/>
              <a:gd name="csX122" fmla="*/ 33949 w 825328"/>
              <a:gd name="csY122" fmla="*/ 304266 h 610790"/>
              <a:gd name="csX123" fmla="*/ 19615 w 825328"/>
              <a:gd name="csY123" fmla="*/ 352466 h 610790"/>
              <a:gd name="csX124" fmla="*/ 12825 w 825328"/>
              <a:gd name="csY124" fmla="*/ 314809 h 610790"/>
              <a:gd name="csX125" fmla="*/ 0 w 825328"/>
              <a:gd name="csY125" fmla="*/ 358491 h 610790"/>
              <a:gd name="csX126" fmla="*/ 17352 w 825328"/>
              <a:gd name="csY126" fmla="*/ 379579 h 610790"/>
              <a:gd name="csX127" fmla="*/ 36212 w 825328"/>
              <a:gd name="csY127" fmla="*/ 378073 h 610790"/>
              <a:gd name="csX128" fmla="*/ 58844 w 825328"/>
              <a:gd name="csY128" fmla="*/ 391629 h 610790"/>
              <a:gd name="csX129" fmla="*/ 70160 w 825328"/>
              <a:gd name="csY129" fmla="*/ 413470 h 610790"/>
              <a:gd name="csX130" fmla="*/ 83740 w 825328"/>
              <a:gd name="csY130" fmla="*/ 413470 h 610790"/>
              <a:gd name="csX131" fmla="*/ 83740 w 825328"/>
              <a:gd name="csY131" fmla="*/ 413470 h 6107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</a:cxnLst>
            <a:rect l="l" t="t" r="r" b="b"/>
            <a:pathLst>
              <a:path w="825328" h="610790">
                <a:moveTo>
                  <a:pt x="15088" y="352466"/>
                </a:moveTo>
                <a:lnTo>
                  <a:pt x="15843" y="339662"/>
                </a:lnTo>
                <a:lnTo>
                  <a:pt x="14334" y="340416"/>
                </a:lnTo>
                <a:lnTo>
                  <a:pt x="15089" y="352466"/>
                </a:lnTo>
                <a:close/>
                <a:moveTo>
                  <a:pt x="175778" y="283931"/>
                </a:moveTo>
                <a:lnTo>
                  <a:pt x="180305" y="276399"/>
                </a:lnTo>
                <a:lnTo>
                  <a:pt x="175024" y="275646"/>
                </a:lnTo>
                <a:lnTo>
                  <a:pt x="175779" y="283931"/>
                </a:lnTo>
                <a:close/>
                <a:moveTo>
                  <a:pt x="161445" y="270374"/>
                </a:moveTo>
                <a:lnTo>
                  <a:pt x="165971" y="255312"/>
                </a:lnTo>
                <a:lnTo>
                  <a:pt x="161445" y="253805"/>
                </a:lnTo>
                <a:lnTo>
                  <a:pt x="161445" y="270374"/>
                </a:lnTo>
                <a:close/>
                <a:moveTo>
                  <a:pt x="216517" y="248533"/>
                </a:moveTo>
                <a:lnTo>
                  <a:pt x="215762" y="233471"/>
                </a:lnTo>
                <a:lnTo>
                  <a:pt x="202937" y="253052"/>
                </a:lnTo>
                <a:lnTo>
                  <a:pt x="216516" y="248533"/>
                </a:lnTo>
                <a:close/>
                <a:moveTo>
                  <a:pt x="218025" y="216902"/>
                </a:moveTo>
                <a:lnTo>
                  <a:pt x="220289" y="201839"/>
                </a:lnTo>
                <a:lnTo>
                  <a:pt x="218780" y="198074"/>
                </a:lnTo>
                <a:lnTo>
                  <a:pt x="218025" y="216902"/>
                </a:lnTo>
                <a:close/>
                <a:moveTo>
                  <a:pt x="220289" y="143095"/>
                </a:moveTo>
                <a:lnTo>
                  <a:pt x="219534" y="134810"/>
                </a:lnTo>
                <a:lnTo>
                  <a:pt x="216516" y="134057"/>
                </a:lnTo>
                <a:lnTo>
                  <a:pt x="220288" y="143095"/>
                </a:lnTo>
                <a:close/>
                <a:moveTo>
                  <a:pt x="244430" y="93388"/>
                </a:moveTo>
                <a:lnTo>
                  <a:pt x="237640" y="92635"/>
                </a:lnTo>
                <a:lnTo>
                  <a:pt x="224061" y="113723"/>
                </a:lnTo>
                <a:lnTo>
                  <a:pt x="244430" y="93388"/>
                </a:lnTo>
                <a:close/>
                <a:moveTo>
                  <a:pt x="225570" y="73054"/>
                </a:moveTo>
                <a:lnTo>
                  <a:pt x="229342" y="70041"/>
                </a:lnTo>
                <a:lnTo>
                  <a:pt x="230096" y="67782"/>
                </a:lnTo>
                <a:lnTo>
                  <a:pt x="225570" y="73054"/>
                </a:lnTo>
                <a:close/>
                <a:moveTo>
                  <a:pt x="221798" y="75313"/>
                </a:moveTo>
                <a:lnTo>
                  <a:pt x="219534" y="60250"/>
                </a:lnTo>
                <a:lnTo>
                  <a:pt x="212745" y="73054"/>
                </a:lnTo>
                <a:lnTo>
                  <a:pt x="221798" y="75313"/>
                </a:lnTo>
                <a:close/>
                <a:moveTo>
                  <a:pt x="218025" y="54225"/>
                </a:moveTo>
                <a:lnTo>
                  <a:pt x="211236" y="51213"/>
                </a:lnTo>
                <a:lnTo>
                  <a:pt x="216517" y="58744"/>
                </a:lnTo>
                <a:lnTo>
                  <a:pt x="218025" y="54225"/>
                </a:lnTo>
                <a:close/>
                <a:moveTo>
                  <a:pt x="240658" y="67029"/>
                </a:moveTo>
                <a:lnTo>
                  <a:pt x="240658" y="57238"/>
                </a:lnTo>
                <a:lnTo>
                  <a:pt x="238395" y="61003"/>
                </a:lnTo>
                <a:lnTo>
                  <a:pt x="240658" y="67029"/>
                </a:lnTo>
                <a:close/>
                <a:moveTo>
                  <a:pt x="247448" y="57238"/>
                </a:moveTo>
                <a:lnTo>
                  <a:pt x="244430" y="54978"/>
                </a:lnTo>
                <a:lnTo>
                  <a:pt x="243675" y="54978"/>
                </a:lnTo>
                <a:lnTo>
                  <a:pt x="247447" y="57238"/>
                </a:lnTo>
                <a:close/>
                <a:moveTo>
                  <a:pt x="204446" y="40669"/>
                </a:moveTo>
                <a:lnTo>
                  <a:pt x="200674" y="37656"/>
                </a:lnTo>
                <a:lnTo>
                  <a:pt x="199165" y="36903"/>
                </a:lnTo>
                <a:lnTo>
                  <a:pt x="204446" y="40669"/>
                </a:lnTo>
                <a:close/>
                <a:moveTo>
                  <a:pt x="232359" y="37656"/>
                </a:moveTo>
                <a:lnTo>
                  <a:pt x="211990" y="42928"/>
                </a:lnTo>
                <a:lnTo>
                  <a:pt x="217271" y="44435"/>
                </a:lnTo>
                <a:lnTo>
                  <a:pt x="232359" y="37656"/>
                </a:lnTo>
                <a:close/>
                <a:moveTo>
                  <a:pt x="215762" y="36150"/>
                </a:moveTo>
                <a:lnTo>
                  <a:pt x="211990" y="31631"/>
                </a:lnTo>
                <a:lnTo>
                  <a:pt x="211236" y="32384"/>
                </a:lnTo>
                <a:lnTo>
                  <a:pt x="215762" y="36150"/>
                </a:lnTo>
                <a:close/>
                <a:moveTo>
                  <a:pt x="231605" y="27112"/>
                </a:moveTo>
                <a:lnTo>
                  <a:pt x="228587" y="27112"/>
                </a:lnTo>
                <a:lnTo>
                  <a:pt x="232359" y="28619"/>
                </a:lnTo>
                <a:lnTo>
                  <a:pt x="231605" y="27112"/>
                </a:lnTo>
                <a:close/>
                <a:moveTo>
                  <a:pt x="83740" y="413469"/>
                </a:moveTo>
                <a:lnTo>
                  <a:pt x="110899" y="442842"/>
                </a:lnTo>
                <a:lnTo>
                  <a:pt x="106372" y="499327"/>
                </a:lnTo>
                <a:lnTo>
                  <a:pt x="111653" y="513636"/>
                </a:lnTo>
                <a:lnTo>
                  <a:pt x="152392" y="535477"/>
                </a:lnTo>
                <a:lnTo>
                  <a:pt x="267062" y="546021"/>
                </a:lnTo>
                <a:lnTo>
                  <a:pt x="271589" y="559577"/>
                </a:lnTo>
                <a:lnTo>
                  <a:pt x="325907" y="560331"/>
                </a:lnTo>
                <a:lnTo>
                  <a:pt x="377207" y="567109"/>
                </a:lnTo>
                <a:lnTo>
                  <a:pt x="460947" y="558071"/>
                </a:lnTo>
                <a:lnTo>
                  <a:pt x="502439" y="564849"/>
                </a:lnTo>
                <a:lnTo>
                  <a:pt x="513756" y="559577"/>
                </a:lnTo>
                <a:lnTo>
                  <a:pt x="725746" y="607778"/>
                </a:lnTo>
                <a:lnTo>
                  <a:pt x="740080" y="610790"/>
                </a:lnTo>
                <a:lnTo>
                  <a:pt x="738571" y="603259"/>
                </a:lnTo>
                <a:lnTo>
                  <a:pt x="741588" y="569368"/>
                </a:lnTo>
                <a:lnTo>
                  <a:pt x="737816" y="536984"/>
                </a:lnTo>
                <a:lnTo>
                  <a:pt x="825328" y="143848"/>
                </a:lnTo>
                <a:lnTo>
                  <a:pt x="813258" y="141589"/>
                </a:lnTo>
                <a:lnTo>
                  <a:pt x="636725" y="100167"/>
                </a:lnTo>
                <a:lnTo>
                  <a:pt x="482825" y="61004"/>
                </a:lnTo>
                <a:lnTo>
                  <a:pt x="308555" y="12803"/>
                </a:lnTo>
                <a:lnTo>
                  <a:pt x="256501" y="0"/>
                </a:lnTo>
                <a:lnTo>
                  <a:pt x="268571" y="65523"/>
                </a:lnTo>
                <a:lnTo>
                  <a:pt x="257255" y="86610"/>
                </a:lnTo>
                <a:lnTo>
                  <a:pt x="236886" y="76066"/>
                </a:lnTo>
                <a:lnTo>
                  <a:pt x="256501" y="167195"/>
                </a:lnTo>
                <a:lnTo>
                  <a:pt x="235377" y="197321"/>
                </a:lnTo>
                <a:lnTo>
                  <a:pt x="225570" y="225187"/>
                </a:lnTo>
                <a:lnTo>
                  <a:pt x="225570" y="253806"/>
                </a:lnTo>
                <a:lnTo>
                  <a:pt x="181059" y="284684"/>
                </a:lnTo>
                <a:lnTo>
                  <a:pt x="162199" y="272634"/>
                </a:lnTo>
                <a:lnTo>
                  <a:pt x="144093" y="281672"/>
                </a:lnTo>
                <a:lnTo>
                  <a:pt x="177287" y="238743"/>
                </a:lnTo>
                <a:lnTo>
                  <a:pt x="168989" y="268115"/>
                </a:lnTo>
                <a:lnTo>
                  <a:pt x="187849" y="247781"/>
                </a:lnTo>
                <a:lnTo>
                  <a:pt x="202937" y="250793"/>
                </a:lnTo>
                <a:lnTo>
                  <a:pt x="198411" y="213137"/>
                </a:lnTo>
                <a:lnTo>
                  <a:pt x="208218" y="214643"/>
                </a:lnTo>
                <a:lnTo>
                  <a:pt x="228587" y="169455"/>
                </a:lnTo>
                <a:lnTo>
                  <a:pt x="221798" y="162677"/>
                </a:lnTo>
                <a:lnTo>
                  <a:pt x="195393" y="196568"/>
                </a:lnTo>
                <a:lnTo>
                  <a:pt x="178042" y="197321"/>
                </a:lnTo>
                <a:lnTo>
                  <a:pt x="196902" y="176233"/>
                </a:lnTo>
                <a:lnTo>
                  <a:pt x="218025" y="170961"/>
                </a:lnTo>
                <a:lnTo>
                  <a:pt x="210481" y="132551"/>
                </a:lnTo>
                <a:lnTo>
                  <a:pt x="189358" y="127279"/>
                </a:lnTo>
                <a:lnTo>
                  <a:pt x="178796" y="109204"/>
                </a:lnTo>
                <a:lnTo>
                  <a:pt x="165971" y="115982"/>
                </a:lnTo>
                <a:lnTo>
                  <a:pt x="96565" y="85857"/>
                </a:lnTo>
                <a:lnTo>
                  <a:pt x="35457" y="38410"/>
                </a:lnTo>
                <a:lnTo>
                  <a:pt x="18860" y="84351"/>
                </a:lnTo>
                <a:lnTo>
                  <a:pt x="17352" y="103932"/>
                </a:lnTo>
                <a:lnTo>
                  <a:pt x="30177" y="138576"/>
                </a:lnTo>
                <a:lnTo>
                  <a:pt x="21878" y="250793"/>
                </a:lnTo>
                <a:lnTo>
                  <a:pt x="15843" y="268115"/>
                </a:lnTo>
                <a:lnTo>
                  <a:pt x="49791" y="271128"/>
                </a:lnTo>
                <a:lnTo>
                  <a:pt x="15843" y="295228"/>
                </a:lnTo>
                <a:lnTo>
                  <a:pt x="33949" y="304266"/>
                </a:lnTo>
                <a:lnTo>
                  <a:pt x="19615" y="352466"/>
                </a:lnTo>
                <a:lnTo>
                  <a:pt x="12825" y="314809"/>
                </a:lnTo>
                <a:lnTo>
                  <a:pt x="0" y="358491"/>
                </a:lnTo>
                <a:lnTo>
                  <a:pt x="17352" y="379579"/>
                </a:lnTo>
                <a:lnTo>
                  <a:pt x="36212" y="378073"/>
                </a:lnTo>
                <a:lnTo>
                  <a:pt x="58844" y="391629"/>
                </a:lnTo>
                <a:lnTo>
                  <a:pt x="70160" y="413470"/>
                </a:lnTo>
                <a:lnTo>
                  <a:pt x="83740" y="413470"/>
                </a:lnTo>
                <a:lnTo>
                  <a:pt x="83740" y="413470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767D7FAC-2660-7CE7-E0AF-078F334A9194}"/>
              </a:ext>
            </a:extLst>
          </p:cNvPr>
          <p:cNvSpPr/>
          <p:nvPr/>
        </p:nvSpPr>
        <p:spPr>
          <a:xfrm>
            <a:off x="3451349" y="2960434"/>
            <a:ext cx="831363" cy="974553"/>
          </a:xfrm>
          <a:custGeom>
            <a:avLst/>
            <a:gdLst>
              <a:gd name="csX0" fmla="*/ 811750 w 831363"/>
              <a:gd name="csY0" fmla="*/ 85104 h 974553"/>
              <a:gd name="csX1" fmla="*/ 557512 w 831363"/>
              <a:gd name="csY1" fmla="*/ 53473 h 974553"/>
              <a:gd name="csX2" fmla="*/ 420963 w 831363"/>
              <a:gd name="csY2" fmla="*/ 33891 h 974553"/>
              <a:gd name="csX3" fmla="*/ 226325 w 831363"/>
              <a:gd name="csY3" fmla="*/ 3013 h 974553"/>
              <a:gd name="csX4" fmla="*/ 206710 w 831363"/>
              <a:gd name="csY4" fmla="*/ 0 h 974553"/>
              <a:gd name="csX5" fmla="*/ 206710 w 831363"/>
              <a:gd name="csY5" fmla="*/ 1506 h 974553"/>
              <a:gd name="csX6" fmla="*/ 173516 w 831363"/>
              <a:gd name="csY6" fmla="*/ 147614 h 974553"/>
              <a:gd name="csX7" fmla="*/ 156164 w 831363"/>
              <a:gd name="csY7" fmla="*/ 146861 h 974553"/>
              <a:gd name="csX8" fmla="*/ 129760 w 831363"/>
              <a:gd name="csY8" fmla="*/ 123514 h 974553"/>
              <a:gd name="csX9" fmla="*/ 96566 w 831363"/>
              <a:gd name="csY9" fmla="*/ 151380 h 974553"/>
              <a:gd name="csX10" fmla="*/ 95811 w 831363"/>
              <a:gd name="csY10" fmla="*/ 271128 h 974553"/>
              <a:gd name="csX11" fmla="*/ 83740 w 831363"/>
              <a:gd name="csY11" fmla="*/ 296734 h 974553"/>
              <a:gd name="csX12" fmla="*/ 83740 w 831363"/>
              <a:gd name="csY12" fmla="*/ 298994 h 974553"/>
              <a:gd name="csX13" fmla="*/ 83740 w 831363"/>
              <a:gd name="csY13" fmla="*/ 299747 h 974553"/>
              <a:gd name="csX14" fmla="*/ 82231 w 831363"/>
              <a:gd name="csY14" fmla="*/ 318575 h 974553"/>
              <a:gd name="csX15" fmla="*/ 108636 w 831363"/>
              <a:gd name="csY15" fmla="*/ 389370 h 974553"/>
              <a:gd name="csX16" fmla="*/ 132023 w 831363"/>
              <a:gd name="csY16" fmla="*/ 421001 h 974553"/>
              <a:gd name="csX17" fmla="*/ 89775 w 831363"/>
              <a:gd name="csY17" fmla="*/ 445855 h 974553"/>
              <a:gd name="csX18" fmla="*/ 73178 w 831363"/>
              <a:gd name="csY18" fmla="*/ 476733 h 974553"/>
              <a:gd name="csX19" fmla="*/ 46019 w 831363"/>
              <a:gd name="csY19" fmla="*/ 543009 h 974553"/>
              <a:gd name="csX20" fmla="*/ 32440 w 831363"/>
              <a:gd name="csY20" fmla="*/ 546021 h 974553"/>
              <a:gd name="csX21" fmla="*/ 31685 w 831363"/>
              <a:gd name="csY21" fmla="*/ 601000 h 974553"/>
              <a:gd name="csX22" fmla="*/ 55072 w 831363"/>
              <a:gd name="csY22" fmla="*/ 618322 h 974553"/>
              <a:gd name="csX23" fmla="*/ 43002 w 831363"/>
              <a:gd name="csY23" fmla="*/ 651460 h 974553"/>
              <a:gd name="csX24" fmla="*/ 15843 w 831363"/>
              <a:gd name="csY24" fmla="*/ 652966 h 974553"/>
              <a:gd name="csX25" fmla="*/ 15843 w 831363"/>
              <a:gd name="csY25" fmla="*/ 652966 h 974553"/>
              <a:gd name="csX26" fmla="*/ 0 w 831363"/>
              <a:gd name="csY26" fmla="*/ 682338 h 974553"/>
              <a:gd name="csX27" fmla="*/ 54318 w 831363"/>
              <a:gd name="csY27" fmla="*/ 716229 h 974553"/>
              <a:gd name="csX28" fmla="*/ 156918 w 831363"/>
              <a:gd name="csY28" fmla="*/ 773467 h 974553"/>
              <a:gd name="csX29" fmla="*/ 473772 w 831363"/>
              <a:gd name="csY29" fmla="*/ 941416 h 974553"/>
              <a:gd name="csX30" fmla="*/ 742343 w 831363"/>
              <a:gd name="csY30" fmla="*/ 974554 h 974553"/>
              <a:gd name="csX31" fmla="*/ 745360 w 831363"/>
              <a:gd name="csY31" fmla="*/ 974554 h 974553"/>
              <a:gd name="csX32" fmla="*/ 766484 w 831363"/>
              <a:gd name="csY32" fmla="*/ 752379 h 974553"/>
              <a:gd name="csX33" fmla="*/ 771765 w 831363"/>
              <a:gd name="csY33" fmla="*/ 697401 h 974553"/>
              <a:gd name="csX34" fmla="*/ 828346 w 831363"/>
              <a:gd name="csY34" fmla="*/ 114476 h 974553"/>
              <a:gd name="csX35" fmla="*/ 831364 w 831363"/>
              <a:gd name="csY35" fmla="*/ 87364 h 974553"/>
              <a:gd name="csX36" fmla="*/ 811749 w 831363"/>
              <a:gd name="csY36" fmla="*/ 85104 h 9745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831363" h="974553">
                <a:moveTo>
                  <a:pt x="811750" y="85104"/>
                </a:moveTo>
                <a:lnTo>
                  <a:pt x="557512" y="53473"/>
                </a:lnTo>
                <a:lnTo>
                  <a:pt x="420963" y="33891"/>
                </a:lnTo>
                <a:lnTo>
                  <a:pt x="226325" y="3013"/>
                </a:lnTo>
                <a:lnTo>
                  <a:pt x="206710" y="0"/>
                </a:lnTo>
                <a:lnTo>
                  <a:pt x="206710" y="1506"/>
                </a:lnTo>
                <a:lnTo>
                  <a:pt x="173516" y="147614"/>
                </a:lnTo>
                <a:lnTo>
                  <a:pt x="156164" y="146861"/>
                </a:lnTo>
                <a:lnTo>
                  <a:pt x="129760" y="123514"/>
                </a:lnTo>
                <a:lnTo>
                  <a:pt x="96566" y="151380"/>
                </a:lnTo>
                <a:lnTo>
                  <a:pt x="95811" y="271128"/>
                </a:lnTo>
                <a:lnTo>
                  <a:pt x="83740" y="296734"/>
                </a:lnTo>
                <a:lnTo>
                  <a:pt x="83740" y="298994"/>
                </a:lnTo>
                <a:lnTo>
                  <a:pt x="83740" y="299747"/>
                </a:lnTo>
                <a:lnTo>
                  <a:pt x="82231" y="318575"/>
                </a:lnTo>
                <a:lnTo>
                  <a:pt x="108636" y="389370"/>
                </a:lnTo>
                <a:lnTo>
                  <a:pt x="132023" y="421001"/>
                </a:lnTo>
                <a:lnTo>
                  <a:pt x="89775" y="445855"/>
                </a:lnTo>
                <a:lnTo>
                  <a:pt x="73178" y="476733"/>
                </a:lnTo>
                <a:lnTo>
                  <a:pt x="46019" y="543009"/>
                </a:lnTo>
                <a:lnTo>
                  <a:pt x="32440" y="546021"/>
                </a:lnTo>
                <a:lnTo>
                  <a:pt x="31685" y="601000"/>
                </a:lnTo>
                <a:lnTo>
                  <a:pt x="55072" y="618322"/>
                </a:lnTo>
                <a:lnTo>
                  <a:pt x="43002" y="651460"/>
                </a:lnTo>
                <a:lnTo>
                  <a:pt x="15843" y="652966"/>
                </a:lnTo>
                <a:lnTo>
                  <a:pt x="15843" y="652966"/>
                </a:lnTo>
                <a:lnTo>
                  <a:pt x="0" y="682338"/>
                </a:lnTo>
                <a:lnTo>
                  <a:pt x="54318" y="716229"/>
                </a:lnTo>
                <a:lnTo>
                  <a:pt x="156918" y="773467"/>
                </a:lnTo>
                <a:lnTo>
                  <a:pt x="473772" y="941416"/>
                </a:lnTo>
                <a:lnTo>
                  <a:pt x="742343" y="974554"/>
                </a:lnTo>
                <a:lnTo>
                  <a:pt x="745360" y="974554"/>
                </a:lnTo>
                <a:lnTo>
                  <a:pt x="766484" y="752379"/>
                </a:lnTo>
                <a:lnTo>
                  <a:pt x="771765" y="697401"/>
                </a:lnTo>
                <a:lnTo>
                  <a:pt x="828346" y="114476"/>
                </a:lnTo>
                <a:lnTo>
                  <a:pt x="831364" y="87364"/>
                </a:lnTo>
                <a:lnTo>
                  <a:pt x="811749" y="85104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50ADBE9-1A62-2CD6-8622-C814C63650BF}"/>
              </a:ext>
            </a:extLst>
          </p:cNvPr>
          <p:cNvSpPr/>
          <p:nvPr/>
        </p:nvSpPr>
        <p:spPr>
          <a:xfrm>
            <a:off x="2538509" y="1903790"/>
            <a:ext cx="1044862" cy="1709610"/>
          </a:xfrm>
          <a:custGeom>
            <a:avLst/>
            <a:gdLst>
              <a:gd name="csX0" fmla="*/ 433033 w 1044862"/>
              <a:gd name="csY0" fmla="*/ 1559738 h 1709610"/>
              <a:gd name="csX1" fmla="*/ 436051 w 1044862"/>
              <a:gd name="csY1" fmla="*/ 1576306 h 1709610"/>
              <a:gd name="csX2" fmla="*/ 436051 w 1044862"/>
              <a:gd name="csY2" fmla="*/ 1579319 h 1709610"/>
              <a:gd name="csX3" fmla="*/ 433033 w 1044862"/>
              <a:gd name="csY3" fmla="*/ 1559738 h 1709610"/>
              <a:gd name="csX4" fmla="*/ 322135 w 1044862"/>
              <a:gd name="csY4" fmla="*/ 1494968 h 1709610"/>
              <a:gd name="csX5" fmla="*/ 327415 w 1044862"/>
              <a:gd name="csY5" fmla="*/ 1506265 h 1709610"/>
              <a:gd name="csX6" fmla="*/ 330433 w 1044862"/>
              <a:gd name="csY6" fmla="*/ 1505512 h 1709610"/>
              <a:gd name="csX7" fmla="*/ 322135 w 1044862"/>
              <a:gd name="csY7" fmla="*/ 1494968 h 1709610"/>
              <a:gd name="csX8" fmla="*/ 454157 w 1044862"/>
              <a:gd name="csY8" fmla="*/ 1492709 h 1709610"/>
              <a:gd name="csX9" fmla="*/ 456420 w 1044862"/>
              <a:gd name="csY9" fmla="*/ 1512290 h 1709610"/>
              <a:gd name="csX10" fmla="*/ 470000 w 1044862"/>
              <a:gd name="csY10" fmla="*/ 1522081 h 1709610"/>
              <a:gd name="csX11" fmla="*/ 454157 w 1044862"/>
              <a:gd name="csY11" fmla="*/ 1492709 h 1709610"/>
              <a:gd name="csX12" fmla="*/ 362873 w 1044862"/>
              <a:gd name="csY12" fmla="*/ 1385764 h 1709610"/>
              <a:gd name="csX13" fmla="*/ 354574 w 1044862"/>
              <a:gd name="csY13" fmla="*/ 1383505 h 1709610"/>
              <a:gd name="csX14" fmla="*/ 361364 w 1044862"/>
              <a:gd name="csY14" fmla="*/ 1386517 h 1709610"/>
              <a:gd name="csX15" fmla="*/ 362873 w 1044862"/>
              <a:gd name="csY15" fmla="*/ 1385764 h 1709610"/>
              <a:gd name="csX16" fmla="*/ 279133 w 1044862"/>
              <a:gd name="csY16" fmla="*/ 1363170 h 1709610"/>
              <a:gd name="csX17" fmla="*/ 258764 w 1044862"/>
              <a:gd name="csY17" fmla="*/ 1375220 h 1709610"/>
              <a:gd name="csX18" fmla="*/ 264045 w 1044862"/>
              <a:gd name="csY18" fmla="*/ 1380492 h 1709610"/>
              <a:gd name="csX19" fmla="*/ 279133 w 1044862"/>
              <a:gd name="csY19" fmla="*/ 1363170 h 1709610"/>
              <a:gd name="csX20" fmla="*/ 239903 w 1044862"/>
              <a:gd name="csY20" fmla="*/ 1348860 h 1709610"/>
              <a:gd name="csX21" fmla="*/ 238395 w 1044862"/>
              <a:gd name="csY21" fmla="*/ 1354885 h 1709610"/>
              <a:gd name="csX22" fmla="*/ 245184 w 1044862"/>
              <a:gd name="csY22" fmla="*/ 1356392 h 1709610"/>
              <a:gd name="csX23" fmla="*/ 239903 w 1044862"/>
              <a:gd name="csY23" fmla="*/ 1348860 h 1709610"/>
              <a:gd name="csX24" fmla="*/ 306292 w 1044862"/>
              <a:gd name="csY24" fmla="*/ 1363923 h 1709610"/>
              <a:gd name="csX25" fmla="*/ 339486 w 1044862"/>
              <a:gd name="csY25" fmla="*/ 1382751 h 1709610"/>
              <a:gd name="csX26" fmla="*/ 345521 w 1044862"/>
              <a:gd name="csY26" fmla="*/ 1377479 h 1709610"/>
              <a:gd name="csX27" fmla="*/ 306292 w 1044862"/>
              <a:gd name="csY27" fmla="*/ 1363923 h 1709610"/>
              <a:gd name="csX28" fmla="*/ 49037 w 1044862"/>
              <a:gd name="csY28" fmla="*/ 700413 h 1709610"/>
              <a:gd name="csX29" fmla="*/ 48282 w 1044862"/>
              <a:gd name="csY29" fmla="*/ 701167 h 1709610"/>
              <a:gd name="csX30" fmla="*/ 49037 w 1044862"/>
              <a:gd name="csY30" fmla="*/ 700413 h 1709610"/>
              <a:gd name="csX31" fmla="*/ 49037 w 1044862"/>
              <a:gd name="csY31" fmla="*/ 700413 h 1709610"/>
              <a:gd name="csX32" fmla="*/ 129759 w 1044862"/>
              <a:gd name="csY32" fmla="*/ 704179 h 1709610"/>
              <a:gd name="csX33" fmla="*/ 129004 w 1044862"/>
              <a:gd name="csY33" fmla="*/ 701919 h 1709610"/>
              <a:gd name="csX34" fmla="*/ 129004 w 1044862"/>
              <a:gd name="csY34" fmla="*/ 704932 h 1709610"/>
              <a:gd name="csX35" fmla="*/ 129759 w 1044862"/>
              <a:gd name="csY35" fmla="*/ 704179 h 1709610"/>
              <a:gd name="csX36" fmla="*/ 565056 w 1044862"/>
              <a:gd name="csY36" fmla="*/ 132551 h 1709610"/>
              <a:gd name="csX37" fmla="*/ 535634 w 1044862"/>
              <a:gd name="csY37" fmla="*/ 125020 h 1709610"/>
              <a:gd name="csX38" fmla="*/ 212745 w 1044862"/>
              <a:gd name="csY38" fmla="*/ 36150 h 1709610"/>
              <a:gd name="csX39" fmla="*/ 92793 w 1044862"/>
              <a:gd name="csY39" fmla="*/ 0 h 1709610"/>
              <a:gd name="csX40" fmla="*/ 92793 w 1044862"/>
              <a:gd name="csY40" fmla="*/ 3012 h 1709610"/>
              <a:gd name="csX41" fmla="*/ 86003 w 1044862"/>
              <a:gd name="csY41" fmla="*/ 77573 h 1709610"/>
              <a:gd name="csX42" fmla="*/ 54318 w 1044862"/>
              <a:gd name="csY42" fmla="*/ 165689 h 1709610"/>
              <a:gd name="csX43" fmla="*/ 1509 w 1044862"/>
              <a:gd name="csY43" fmla="*/ 231212 h 1709610"/>
              <a:gd name="csX44" fmla="*/ 0 w 1044862"/>
              <a:gd name="csY44" fmla="*/ 264350 h 1709610"/>
              <a:gd name="csX45" fmla="*/ 25650 w 1044862"/>
              <a:gd name="csY45" fmla="*/ 310291 h 1709610"/>
              <a:gd name="csX46" fmla="*/ 38475 w 1044862"/>
              <a:gd name="csY46" fmla="*/ 370541 h 1709610"/>
              <a:gd name="csX47" fmla="*/ 20369 w 1044862"/>
              <a:gd name="csY47" fmla="*/ 419495 h 1709610"/>
              <a:gd name="csX48" fmla="*/ 23387 w 1044862"/>
              <a:gd name="csY48" fmla="*/ 468448 h 1709610"/>
              <a:gd name="csX49" fmla="*/ 14334 w 1044862"/>
              <a:gd name="csY49" fmla="*/ 488783 h 1709610"/>
              <a:gd name="csX50" fmla="*/ 45265 w 1044862"/>
              <a:gd name="csY50" fmla="*/ 555812 h 1709610"/>
              <a:gd name="csX51" fmla="*/ 64880 w 1044862"/>
              <a:gd name="csY51" fmla="*/ 581418 h 1709610"/>
              <a:gd name="csX52" fmla="*/ 63371 w 1044862"/>
              <a:gd name="csY52" fmla="*/ 654472 h 1709610"/>
              <a:gd name="csX53" fmla="*/ 110144 w 1044862"/>
              <a:gd name="csY53" fmla="*/ 698907 h 1709610"/>
              <a:gd name="csX54" fmla="*/ 137303 w 1044862"/>
              <a:gd name="csY54" fmla="*/ 653719 h 1709610"/>
              <a:gd name="csX55" fmla="*/ 166725 w 1044862"/>
              <a:gd name="csY55" fmla="*/ 677066 h 1709610"/>
              <a:gd name="csX56" fmla="*/ 178042 w 1044862"/>
              <a:gd name="csY56" fmla="*/ 666522 h 1709610"/>
              <a:gd name="csX57" fmla="*/ 137303 w 1044862"/>
              <a:gd name="csY57" fmla="*/ 674054 h 1709610"/>
              <a:gd name="csX58" fmla="*/ 136549 w 1044862"/>
              <a:gd name="csY58" fmla="*/ 712463 h 1709610"/>
              <a:gd name="csX59" fmla="*/ 144847 w 1044862"/>
              <a:gd name="csY59" fmla="*/ 760664 h 1709610"/>
              <a:gd name="csX60" fmla="*/ 122215 w 1044862"/>
              <a:gd name="csY60" fmla="*/ 738823 h 1709610"/>
              <a:gd name="csX61" fmla="*/ 109390 w 1044862"/>
              <a:gd name="csY61" fmla="*/ 709451 h 1709610"/>
              <a:gd name="csX62" fmla="*/ 105618 w 1044862"/>
              <a:gd name="csY62" fmla="*/ 750120 h 1709610"/>
              <a:gd name="csX63" fmla="*/ 116179 w 1044862"/>
              <a:gd name="csY63" fmla="*/ 830705 h 1709610"/>
              <a:gd name="csX64" fmla="*/ 158426 w 1044862"/>
              <a:gd name="csY64" fmla="*/ 882671 h 1709610"/>
              <a:gd name="csX65" fmla="*/ 130513 w 1044862"/>
              <a:gd name="csY65" fmla="*/ 918822 h 1709610"/>
              <a:gd name="csX66" fmla="*/ 135040 w 1044862"/>
              <a:gd name="csY66" fmla="*/ 964763 h 1709610"/>
              <a:gd name="csX67" fmla="*/ 165216 w 1044862"/>
              <a:gd name="csY67" fmla="*/ 1011457 h 1709610"/>
              <a:gd name="csX68" fmla="*/ 218025 w 1044862"/>
              <a:gd name="csY68" fmla="*/ 1156058 h 1709610"/>
              <a:gd name="csX69" fmla="*/ 234622 w 1044862"/>
              <a:gd name="csY69" fmla="*/ 1165096 h 1709610"/>
              <a:gd name="csX70" fmla="*/ 229341 w 1044862"/>
              <a:gd name="csY70" fmla="*/ 1265263 h 1709610"/>
              <a:gd name="csX71" fmla="*/ 237640 w 1044862"/>
              <a:gd name="csY71" fmla="*/ 1277313 h 1709610"/>
              <a:gd name="csX72" fmla="*/ 350802 w 1044862"/>
              <a:gd name="csY72" fmla="*/ 1317982 h 1709610"/>
              <a:gd name="csX73" fmla="*/ 385505 w 1044862"/>
              <a:gd name="csY73" fmla="*/ 1354885 h 1709610"/>
              <a:gd name="csX74" fmla="*/ 397576 w 1044862"/>
              <a:gd name="csY74" fmla="*/ 1378986 h 1709610"/>
              <a:gd name="csX75" fmla="*/ 430770 w 1044862"/>
              <a:gd name="csY75" fmla="*/ 1397814 h 1709610"/>
              <a:gd name="csX76" fmla="*/ 466982 w 1044862"/>
              <a:gd name="csY76" fmla="*/ 1404592 h 1709610"/>
              <a:gd name="csX77" fmla="*/ 482070 w 1044862"/>
              <a:gd name="csY77" fmla="*/ 1446014 h 1709610"/>
              <a:gd name="csX78" fmla="*/ 512246 w 1044862"/>
              <a:gd name="csY78" fmla="*/ 1460324 h 1709610"/>
              <a:gd name="csX79" fmla="*/ 557511 w 1044862"/>
              <a:gd name="csY79" fmla="*/ 1513796 h 1709610"/>
              <a:gd name="csX80" fmla="*/ 599758 w 1044862"/>
              <a:gd name="csY80" fmla="*/ 1583838 h 1709610"/>
              <a:gd name="csX81" fmla="*/ 596741 w 1044862"/>
              <a:gd name="csY81" fmla="*/ 1648607 h 1709610"/>
              <a:gd name="csX82" fmla="*/ 620128 w 1044862"/>
              <a:gd name="csY82" fmla="*/ 1679485 h 1709610"/>
              <a:gd name="csX83" fmla="*/ 928683 w 1044862"/>
              <a:gd name="csY83" fmla="*/ 1709611 h 1709610"/>
              <a:gd name="csX84" fmla="*/ 928683 w 1044862"/>
              <a:gd name="csY84" fmla="*/ 1709611 h 1709610"/>
              <a:gd name="csX85" fmla="*/ 955841 w 1044862"/>
              <a:gd name="csY85" fmla="*/ 1708105 h 1709610"/>
              <a:gd name="csX86" fmla="*/ 967912 w 1044862"/>
              <a:gd name="csY86" fmla="*/ 1674967 h 1709610"/>
              <a:gd name="csX87" fmla="*/ 944525 w 1044862"/>
              <a:gd name="csY87" fmla="*/ 1657645 h 1709610"/>
              <a:gd name="csX88" fmla="*/ 945280 w 1044862"/>
              <a:gd name="csY88" fmla="*/ 1602666 h 1709610"/>
              <a:gd name="csX89" fmla="*/ 958859 w 1044862"/>
              <a:gd name="csY89" fmla="*/ 1599653 h 1709610"/>
              <a:gd name="csX90" fmla="*/ 986018 w 1044862"/>
              <a:gd name="csY90" fmla="*/ 1533378 h 1709610"/>
              <a:gd name="csX91" fmla="*/ 1002615 w 1044862"/>
              <a:gd name="csY91" fmla="*/ 1502499 h 1709610"/>
              <a:gd name="csX92" fmla="*/ 1044863 w 1044862"/>
              <a:gd name="csY92" fmla="*/ 1477646 h 1709610"/>
              <a:gd name="csX93" fmla="*/ 1021476 w 1044862"/>
              <a:gd name="csY93" fmla="*/ 1446014 h 1709610"/>
              <a:gd name="csX94" fmla="*/ 995071 w 1044862"/>
              <a:gd name="csY94" fmla="*/ 1375220 h 1709610"/>
              <a:gd name="csX95" fmla="*/ 996580 w 1044862"/>
              <a:gd name="csY95" fmla="*/ 1356392 h 1709610"/>
              <a:gd name="csX96" fmla="*/ 996580 w 1044862"/>
              <a:gd name="csY96" fmla="*/ 1355638 h 1709610"/>
              <a:gd name="csX97" fmla="*/ 976965 w 1044862"/>
              <a:gd name="csY97" fmla="*/ 1329279 h 1709610"/>
              <a:gd name="csX98" fmla="*/ 916612 w 1044862"/>
              <a:gd name="csY98" fmla="*/ 1248694 h 1709610"/>
              <a:gd name="csX99" fmla="*/ 799678 w 1044862"/>
              <a:gd name="csY99" fmla="*/ 1084511 h 1709610"/>
              <a:gd name="csX100" fmla="*/ 636725 w 1044862"/>
              <a:gd name="csY100" fmla="*/ 851039 h 1709610"/>
              <a:gd name="csX101" fmla="*/ 544686 w 1044862"/>
              <a:gd name="csY101" fmla="*/ 723760 h 1709610"/>
              <a:gd name="csX102" fmla="*/ 455666 w 1044862"/>
              <a:gd name="csY102" fmla="*/ 595728 h 1709610"/>
              <a:gd name="csX103" fmla="*/ 558266 w 1044862"/>
              <a:gd name="csY103" fmla="*/ 161170 h 1709610"/>
              <a:gd name="csX104" fmla="*/ 565056 w 1044862"/>
              <a:gd name="csY104" fmla="*/ 132551 h 17096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</a:cxnLst>
            <a:rect l="l" t="t" r="r" b="b"/>
            <a:pathLst>
              <a:path w="1044862" h="1709610">
                <a:moveTo>
                  <a:pt x="433033" y="1559738"/>
                </a:moveTo>
                <a:lnTo>
                  <a:pt x="436051" y="1576306"/>
                </a:lnTo>
                <a:lnTo>
                  <a:pt x="436051" y="1579319"/>
                </a:lnTo>
                <a:lnTo>
                  <a:pt x="433033" y="1559738"/>
                </a:lnTo>
                <a:close/>
                <a:moveTo>
                  <a:pt x="322135" y="1494968"/>
                </a:moveTo>
                <a:lnTo>
                  <a:pt x="327415" y="1506265"/>
                </a:lnTo>
                <a:lnTo>
                  <a:pt x="330433" y="1505512"/>
                </a:lnTo>
                <a:lnTo>
                  <a:pt x="322135" y="1494968"/>
                </a:lnTo>
                <a:close/>
                <a:moveTo>
                  <a:pt x="454157" y="1492709"/>
                </a:moveTo>
                <a:lnTo>
                  <a:pt x="456420" y="1512290"/>
                </a:lnTo>
                <a:lnTo>
                  <a:pt x="470000" y="1522081"/>
                </a:lnTo>
                <a:lnTo>
                  <a:pt x="454157" y="1492709"/>
                </a:lnTo>
                <a:close/>
                <a:moveTo>
                  <a:pt x="362873" y="1385764"/>
                </a:moveTo>
                <a:lnTo>
                  <a:pt x="354574" y="1383505"/>
                </a:lnTo>
                <a:lnTo>
                  <a:pt x="361364" y="1386517"/>
                </a:lnTo>
                <a:lnTo>
                  <a:pt x="362873" y="1385764"/>
                </a:lnTo>
                <a:close/>
                <a:moveTo>
                  <a:pt x="279133" y="1363170"/>
                </a:moveTo>
                <a:lnTo>
                  <a:pt x="258764" y="1375220"/>
                </a:lnTo>
                <a:lnTo>
                  <a:pt x="264045" y="1380492"/>
                </a:lnTo>
                <a:lnTo>
                  <a:pt x="279133" y="1363170"/>
                </a:lnTo>
                <a:close/>
                <a:moveTo>
                  <a:pt x="239903" y="1348860"/>
                </a:moveTo>
                <a:lnTo>
                  <a:pt x="238395" y="1354885"/>
                </a:lnTo>
                <a:lnTo>
                  <a:pt x="245184" y="1356392"/>
                </a:lnTo>
                <a:lnTo>
                  <a:pt x="239903" y="1348860"/>
                </a:lnTo>
                <a:close/>
                <a:moveTo>
                  <a:pt x="306292" y="1363923"/>
                </a:moveTo>
                <a:lnTo>
                  <a:pt x="339486" y="1382751"/>
                </a:lnTo>
                <a:lnTo>
                  <a:pt x="345521" y="1377479"/>
                </a:lnTo>
                <a:lnTo>
                  <a:pt x="306292" y="1363923"/>
                </a:lnTo>
                <a:close/>
                <a:moveTo>
                  <a:pt x="49037" y="700413"/>
                </a:moveTo>
                <a:lnTo>
                  <a:pt x="48282" y="701167"/>
                </a:lnTo>
                <a:lnTo>
                  <a:pt x="49037" y="700413"/>
                </a:lnTo>
                <a:lnTo>
                  <a:pt x="49037" y="700413"/>
                </a:lnTo>
                <a:close/>
                <a:moveTo>
                  <a:pt x="129759" y="704179"/>
                </a:moveTo>
                <a:lnTo>
                  <a:pt x="129004" y="701919"/>
                </a:lnTo>
                <a:lnTo>
                  <a:pt x="129004" y="704932"/>
                </a:lnTo>
                <a:lnTo>
                  <a:pt x="129759" y="704179"/>
                </a:lnTo>
                <a:close/>
                <a:moveTo>
                  <a:pt x="565056" y="132551"/>
                </a:moveTo>
                <a:lnTo>
                  <a:pt x="535634" y="125020"/>
                </a:lnTo>
                <a:lnTo>
                  <a:pt x="212745" y="36150"/>
                </a:lnTo>
                <a:lnTo>
                  <a:pt x="92793" y="0"/>
                </a:lnTo>
                <a:lnTo>
                  <a:pt x="92793" y="3012"/>
                </a:lnTo>
                <a:lnTo>
                  <a:pt x="86003" y="77573"/>
                </a:lnTo>
                <a:lnTo>
                  <a:pt x="54318" y="165689"/>
                </a:lnTo>
                <a:lnTo>
                  <a:pt x="1509" y="231212"/>
                </a:lnTo>
                <a:lnTo>
                  <a:pt x="0" y="264350"/>
                </a:lnTo>
                <a:lnTo>
                  <a:pt x="25650" y="310291"/>
                </a:lnTo>
                <a:lnTo>
                  <a:pt x="38475" y="370541"/>
                </a:lnTo>
                <a:lnTo>
                  <a:pt x="20369" y="419495"/>
                </a:lnTo>
                <a:lnTo>
                  <a:pt x="23387" y="468448"/>
                </a:lnTo>
                <a:lnTo>
                  <a:pt x="14334" y="488783"/>
                </a:lnTo>
                <a:lnTo>
                  <a:pt x="45265" y="555812"/>
                </a:lnTo>
                <a:lnTo>
                  <a:pt x="64880" y="581418"/>
                </a:lnTo>
                <a:lnTo>
                  <a:pt x="63371" y="654472"/>
                </a:lnTo>
                <a:lnTo>
                  <a:pt x="110144" y="698907"/>
                </a:lnTo>
                <a:lnTo>
                  <a:pt x="137303" y="653719"/>
                </a:lnTo>
                <a:lnTo>
                  <a:pt x="166725" y="677066"/>
                </a:lnTo>
                <a:lnTo>
                  <a:pt x="178042" y="666522"/>
                </a:lnTo>
                <a:lnTo>
                  <a:pt x="137303" y="674054"/>
                </a:lnTo>
                <a:lnTo>
                  <a:pt x="136549" y="712463"/>
                </a:lnTo>
                <a:lnTo>
                  <a:pt x="144847" y="760664"/>
                </a:lnTo>
                <a:lnTo>
                  <a:pt x="122215" y="738823"/>
                </a:lnTo>
                <a:lnTo>
                  <a:pt x="109390" y="709451"/>
                </a:lnTo>
                <a:lnTo>
                  <a:pt x="105618" y="750120"/>
                </a:lnTo>
                <a:lnTo>
                  <a:pt x="116179" y="830705"/>
                </a:lnTo>
                <a:lnTo>
                  <a:pt x="158426" y="882671"/>
                </a:lnTo>
                <a:lnTo>
                  <a:pt x="130513" y="918822"/>
                </a:lnTo>
                <a:lnTo>
                  <a:pt x="135040" y="964763"/>
                </a:lnTo>
                <a:lnTo>
                  <a:pt x="165216" y="1011457"/>
                </a:lnTo>
                <a:lnTo>
                  <a:pt x="218025" y="1156058"/>
                </a:lnTo>
                <a:lnTo>
                  <a:pt x="234622" y="1165096"/>
                </a:lnTo>
                <a:lnTo>
                  <a:pt x="229341" y="1265263"/>
                </a:lnTo>
                <a:lnTo>
                  <a:pt x="237640" y="1277313"/>
                </a:lnTo>
                <a:lnTo>
                  <a:pt x="350802" y="1317982"/>
                </a:lnTo>
                <a:lnTo>
                  <a:pt x="385505" y="1354885"/>
                </a:lnTo>
                <a:lnTo>
                  <a:pt x="397576" y="1378986"/>
                </a:lnTo>
                <a:lnTo>
                  <a:pt x="430770" y="1397814"/>
                </a:lnTo>
                <a:lnTo>
                  <a:pt x="466982" y="1404592"/>
                </a:lnTo>
                <a:lnTo>
                  <a:pt x="482070" y="1446014"/>
                </a:lnTo>
                <a:lnTo>
                  <a:pt x="512246" y="1460324"/>
                </a:lnTo>
                <a:lnTo>
                  <a:pt x="557511" y="1513796"/>
                </a:lnTo>
                <a:lnTo>
                  <a:pt x="599758" y="1583838"/>
                </a:lnTo>
                <a:lnTo>
                  <a:pt x="596741" y="1648607"/>
                </a:lnTo>
                <a:lnTo>
                  <a:pt x="620128" y="1679485"/>
                </a:lnTo>
                <a:lnTo>
                  <a:pt x="928683" y="1709611"/>
                </a:lnTo>
                <a:lnTo>
                  <a:pt x="928683" y="1709611"/>
                </a:lnTo>
                <a:lnTo>
                  <a:pt x="955841" y="1708105"/>
                </a:lnTo>
                <a:lnTo>
                  <a:pt x="967912" y="1674967"/>
                </a:lnTo>
                <a:lnTo>
                  <a:pt x="944525" y="1657645"/>
                </a:lnTo>
                <a:lnTo>
                  <a:pt x="945280" y="1602666"/>
                </a:lnTo>
                <a:lnTo>
                  <a:pt x="958859" y="1599653"/>
                </a:lnTo>
                <a:lnTo>
                  <a:pt x="986018" y="1533378"/>
                </a:lnTo>
                <a:lnTo>
                  <a:pt x="1002615" y="1502499"/>
                </a:lnTo>
                <a:lnTo>
                  <a:pt x="1044863" y="1477646"/>
                </a:lnTo>
                <a:lnTo>
                  <a:pt x="1021476" y="1446014"/>
                </a:lnTo>
                <a:lnTo>
                  <a:pt x="995071" y="1375220"/>
                </a:lnTo>
                <a:lnTo>
                  <a:pt x="996580" y="1356392"/>
                </a:lnTo>
                <a:lnTo>
                  <a:pt x="996580" y="1355638"/>
                </a:lnTo>
                <a:lnTo>
                  <a:pt x="976965" y="1329279"/>
                </a:lnTo>
                <a:lnTo>
                  <a:pt x="916612" y="1248694"/>
                </a:lnTo>
                <a:lnTo>
                  <a:pt x="799678" y="1084511"/>
                </a:lnTo>
                <a:lnTo>
                  <a:pt x="636725" y="851039"/>
                </a:lnTo>
                <a:lnTo>
                  <a:pt x="544686" y="723760"/>
                </a:lnTo>
                <a:lnTo>
                  <a:pt x="455666" y="595728"/>
                </a:lnTo>
                <a:lnTo>
                  <a:pt x="558266" y="161170"/>
                </a:lnTo>
                <a:lnTo>
                  <a:pt x="565056" y="132551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F69E4642-7F70-7A31-2B86-3B2E33BA645B}"/>
              </a:ext>
            </a:extLst>
          </p:cNvPr>
          <p:cNvSpPr/>
          <p:nvPr/>
        </p:nvSpPr>
        <p:spPr>
          <a:xfrm>
            <a:off x="4282713" y="2419685"/>
            <a:ext cx="896243" cy="686105"/>
          </a:xfrm>
          <a:custGeom>
            <a:avLst/>
            <a:gdLst>
              <a:gd name="csX0" fmla="*/ 893225 w 896243"/>
              <a:gd name="csY0" fmla="*/ 204100 h 686105"/>
              <a:gd name="csX1" fmla="*/ 896243 w 896243"/>
              <a:gd name="csY1" fmla="*/ 56486 h 686105"/>
              <a:gd name="csX2" fmla="*/ 860031 w 896243"/>
              <a:gd name="csY2" fmla="*/ 54979 h 686105"/>
              <a:gd name="csX3" fmla="*/ 675955 w 896243"/>
              <a:gd name="csY3" fmla="*/ 48201 h 686105"/>
              <a:gd name="csX4" fmla="*/ 657848 w 896243"/>
              <a:gd name="csY4" fmla="*/ 47448 h 686105"/>
              <a:gd name="csX5" fmla="*/ 642760 w 896243"/>
              <a:gd name="csY5" fmla="*/ 46694 h 686105"/>
              <a:gd name="csX6" fmla="*/ 418699 w 896243"/>
              <a:gd name="csY6" fmla="*/ 32385 h 686105"/>
              <a:gd name="csX7" fmla="*/ 269326 w 896243"/>
              <a:gd name="csY7" fmla="*/ 20335 h 686105"/>
              <a:gd name="csX8" fmla="*/ 82985 w 896243"/>
              <a:gd name="csY8" fmla="*/ 2259 h 686105"/>
              <a:gd name="csX9" fmla="*/ 64880 w 896243"/>
              <a:gd name="csY9" fmla="*/ 0 h 686105"/>
              <a:gd name="csX10" fmla="*/ 62616 w 896243"/>
              <a:gd name="csY10" fmla="*/ 19582 h 686105"/>
              <a:gd name="csX11" fmla="*/ 21878 w 896243"/>
              <a:gd name="csY11" fmla="*/ 411963 h 686105"/>
              <a:gd name="csX12" fmla="*/ 7544 w 896243"/>
              <a:gd name="csY12" fmla="*/ 549034 h 686105"/>
              <a:gd name="csX13" fmla="*/ 1509 w 896243"/>
              <a:gd name="csY13" fmla="*/ 608531 h 686105"/>
              <a:gd name="csX14" fmla="*/ 0 w 896243"/>
              <a:gd name="csY14" fmla="*/ 628113 h 686105"/>
              <a:gd name="csX15" fmla="*/ 23387 w 896243"/>
              <a:gd name="csY15" fmla="*/ 630372 h 686105"/>
              <a:gd name="csX16" fmla="*/ 403611 w 896243"/>
              <a:gd name="csY16" fmla="*/ 663510 h 686105"/>
              <a:gd name="csX17" fmla="*/ 571091 w 896243"/>
              <a:gd name="csY17" fmla="*/ 674054 h 686105"/>
              <a:gd name="csX18" fmla="*/ 737816 w 896243"/>
              <a:gd name="csY18" fmla="*/ 681585 h 686105"/>
              <a:gd name="csX19" fmla="*/ 761958 w 896243"/>
              <a:gd name="csY19" fmla="*/ 682338 h 686105"/>
              <a:gd name="csX20" fmla="*/ 777046 w 896243"/>
              <a:gd name="csY20" fmla="*/ 683092 h 686105"/>
              <a:gd name="csX21" fmla="*/ 808731 w 896243"/>
              <a:gd name="csY21" fmla="*/ 683845 h 686105"/>
              <a:gd name="csX22" fmla="*/ 823820 w 896243"/>
              <a:gd name="csY22" fmla="*/ 684599 h 686105"/>
              <a:gd name="csX23" fmla="*/ 871348 w 896243"/>
              <a:gd name="csY23" fmla="*/ 686105 h 686105"/>
              <a:gd name="csX24" fmla="*/ 883418 w 896243"/>
              <a:gd name="csY24" fmla="*/ 686105 h 686105"/>
              <a:gd name="csX25" fmla="*/ 883418 w 896243"/>
              <a:gd name="csY25" fmla="*/ 671042 h 686105"/>
              <a:gd name="csX26" fmla="*/ 891717 w 896243"/>
              <a:gd name="csY26" fmla="*/ 272635 h 686105"/>
              <a:gd name="csX27" fmla="*/ 892471 w 896243"/>
              <a:gd name="csY27" fmla="*/ 228200 h 686105"/>
              <a:gd name="csX28" fmla="*/ 892471 w 896243"/>
              <a:gd name="csY28" fmla="*/ 213891 h 686105"/>
              <a:gd name="csX29" fmla="*/ 893226 w 896243"/>
              <a:gd name="csY29" fmla="*/ 204100 h 6861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896243" h="686105">
                <a:moveTo>
                  <a:pt x="893225" y="204100"/>
                </a:moveTo>
                <a:lnTo>
                  <a:pt x="896243" y="56486"/>
                </a:lnTo>
                <a:lnTo>
                  <a:pt x="860031" y="54979"/>
                </a:lnTo>
                <a:lnTo>
                  <a:pt x="675955" y="48201"/>
                </a:lnTo>
                <a:lnTo>
                  <a:pt x="657848" y="47448"/>
                </a:lnTo>
                <a:lnTo>
                  <a:pt x="642760" y="46694"/>
                </a:lnTo>
                <a:lnTo>
                  <a:pt x="418699" y="32385"/>
                </a:lnTo>
                <a:lnTo>
                  <a:pt x="269326" y="20335"/>
                </a:lnTo>
                <a:lnTo>
                  <a:pt x="82985" y="2259"/>
                </a:lnTo>
                <a:lnTo>
                  <a:pt x="64880" y="0"/>
                </a:lnTo>
                <a:lnTo>
                  <a:pt x="62616" y="19582"/>
                </a:lnTo>
                <a:lnTo>
                  <a:pt x="21878" y="411963"/>
                </a:lnTo>
                <a:lnTo>
                  <a:pt x="7544" y="549034"/>
                </a:lnTo>
                <a:lnTo>
                  <a:pt x="1509" y="608531"/>
                </a:lnTo>
                <a:lnTo>
                  <a:pt x="0" y="628113"/>
                </a:lnTo>
                <a:lnTo>
                  <a:pt x="23387" y="630372"/>
                </a:lnTo>
                <a:lnTo>
                  <a:pt x="403611" y="663510"/>
                </a:lnTo>
                <a:lnTo>
                  <a:pt x="571091" y="674054"/>
                </a:lnTo>
                <a:lnTo>
                  <a:pt x="737816" y="681585"/>
                </a:lnTo>
                <a:lnTo>
                  <a:pt x="761958" y="682338"/>
                </a:lnTo>
                <a:lnTo>
                  <a:pt x="777046" y="683092"/>
                </a:lnTo>
                <a:lnTo>
                  <a:pt x="808731" y="683845"/>
                </a:lnTo>
                <a:lnTo>
                  <a:pt x="823820" y="684599"/>
                </a:lnTo>
                <a:lnTo>
                  <a:pt x="871348" y="686105"/>
                </a:lnTo>
                <a:lnTo>
                  <a:pt x="883418" y="686105"/>
                </a:lnTo>
                <a:lnTo>
                  <a:pt x="883418" y="671042"/>
                </a:lnTo>
                <a:lnTo>
                  <a:pt x="891717" y="272635"/>
                </a:lnTo>
                <a:lnTo>
                  <a:pt x="892471" y="228200"/>
                </a:lnTo>
                <a:lnTo>
                  <a:pt x="892471" y="213891"/>
                </a:lnTo>
                <a:lnTo>
                  <a:pt x="893226" y="204100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C178EBCB-5F19-1541-2A5E-79D05BAB3BFA}"/>
              </a:ext>
            </a:extLst>
          </p:cNvPr>
          <p:cNvSpPr/>
          <p:nvPr/>
        </p:nvSpPr>
        <p:spPr>
          <a:xfrm>
            <a:off x="2994175" y="2036341"/>
            <a:ext cx="790625" cy="1223087"/>
          </a:xfrm>
          <a:custGeom>
            <a:avLst/>
            <a:gdLst>
              <a:gd name="csX0" fmla="*/ 667656 w 790625"/>
              <a:gd name="csY0" fmla="*/ 899993 h 1223087"/>
              <a:gd name="csX1" fmla="*/ 746115 w 790625"/>
              <a:gd name="csY1" fmla="*/ 412717 h 1223087"/>
              <a:gd name="csX2" fmla="*/ 786099 w 790625"/>
              <a:gd name="csY2" fmla="*/ 168702 h 1223087"/>
              <a:gd name="csX3" fmla="*/ 790625 w 790625"/>
              <a:gd name="csY3" fmla="*/ 144601 h 1223087"/>
              <a:gd name="csX4" fmla="*/ 768747 w 790625"/>
              <a:gd name="csY4" fmla="*/ 140836 h 1223087"/>
              <a:gd name="csX5" fmla="*/ 683499 w 790625"/>
              <a:gd name="csY5" fmla="*/ 125020 h 1223087"/>
              <a:gd name="csX6" fmla="*/ 470000 w 790625"/>
              <a:gd name="csY6" fmla="*/ 82845 h 1223087"/>
              <a:gd name="csX7" fmla="*/ 448876 w 790625"/>
              <a:gd name="csY7" fmla="*/ 78326 h 1223087"/>
              <a:gd name="csX8" fmla="*/ 427752 w 790625"/>
              <a:gd name="csY8" fmla="*/ 73807 h 1223087"/>
              <a:gd name="csX9" fmla="*/ 321380 w 790625"/>
              <a:gd name="csY9" fmla="*/ 50460 h 1223087"/>
              <a:gd name="csX10" fmla="*/ 130513 w 790625"/>
              <a:gd name="csY10" fmla="*/ 5272 h 1223087"/>
              <a:gd name="csX11" fmla="*/ 109390 w 790625"/>
              <a:gd name="csY11" fmla="*/ 0 h 1223087"/>
              <a:gd name="csX12" fmla="*/ 102600 w 790625"/>
              <a:gd name="csY12" fmla="*/ 28619 h 1223087"/>
              <a:gd name="csX13" fmla="*/ 0 w 790625"/>
              <a:gd name="csY13" fmla="*/ 463176 h 1223087"/>
              <a:gd name="csX14" fmla="*/ 89021 w 790625"/>
              <a:gd name="csY14" fmla="*/ 591209 h 1223087"/>
              <a:gd name="csX15" fmla="*/ 181059 w 790625"/>
              <a:gd name="csY15" fmla="*/ 718488 h 1223087"/>
              <a:gd name="csX16" fmla="*/ 344012 w 790625"/>
              <a:gd name="csY16" fmla="*/ 951959 h 1223087"/>
              <a:gd name="csX17" fmla="*/ 460947 w 790625"/>
              <a:gd name="csY17" fmla="*/ 1116142 h 1223087"/>
              <a:gd name="csX18" fmla="*/ 521300 w 790625"/>
              <a:gd name="csY18" fmla="*/ 1196728 h 1223087"/>
              <a:gd name="csX19" fmla="*/ 540914 w 790625"/>
              <a:gd name="csY19" fmla="*/ 1223087 h 1223087"/>
              <a:gd name="csX20" fmla="*/ 540914 w 790625"/>
              <a:gd name="csY20" fmla="*/ 1220828 h 1223087"/>
              <a:gd name="csX21" fmla="*/ 552985 w 790625"/>
              <a:gd name="csY21" fmla="*/ 1195221 h 1223087"/>
              <a:gd name="csX22" fmla="*/ 553740 w 790625"/>
              <a:gd name="csY22" fmla="*/ 1075473 h 1223087"/>
              <a:gd name="csX23" fmla="*/ 586934 w 790625"/>
              <a:gd name="csY23" fmla="*/ 1047607 h 1223087"/>
              <a:gd name="csX24" fmla="*/ 613339 w 790625"/>
              <a:gd name="csY24" fmla="*/ 1070955 h 1223087"/>
              <a:gd name="csX25" fmla="*/ 630690 w 790625"/>
              <a:gd name="csY25" fmla="*/ 1071708 h 1223087"/>
              <a:gd name="csX26" fmla="*/ 663884 w 790625"/>
              <a:gd name="csY26" fmla="*/ 925600 h 1223087"/>
              <a:gd name="csX27" fmla="*/ 663884 w 790625"/>
              <a:gd name="csY27" fmla="*/ 924094 h 1223087"/>
              <a:gd name="csX28" fmla="*/ 667656 w 790625"/>
              <a:gd name="csY28" fmla="*/ 899993 h 12230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790625" h="1223087">
                <a:moveTo>
                  <a:pt x="667656" y="899993"/>
                </a:moveTo>
                <a:lnTo>
                  <a:pt x="746115" y="412717"/>
                </a:lnTo>
                <a:lnTo>
                  <a:pt x="786099" y="168702"/>
                </a:lnTo>
                <a:lnTo>
                  <a:pt x="790625" y="144601"/>
                </a:lnTo>
                <a:lnTo>
                  <a:pt x="768747" y="140836"/>
                </a:lnTo>
                <a:lnTo>
                  <a:pt x="683499" y="125020"/>
                </a:lnTo>
                <a:lnTo>
                  <a:pt x="470000" y="82845"/>
                </a:lnTo>
                <a:lnTo>
                  <a:pt x="448876" y="78326"/>
                </a:lnTo>
                <a:lnTo>
                  <a:pt x="427752" y="73807"/>
                </a:lnTo>
                <a:lnTo>
                  <a:pt x="321380" y="50460"/>
                </a:lnTo>
                <a:lnTo>
                  <a:pt x="130513" y="5272"/>
                </a:lnTo>
                <a:lnTo>
                  <a:pt x="109390" y="0"/>
                </a:lnTo>
                <a:lnTo>
                  <a:pt x="102600" y="28619"/>
                </a:lnTo>
                <a:lnTo>
                  <a:pt x="0" y="463176"/>
                </a:lnTo>
                <a:lnTo>
                  <a:pt x="89021" y="591209"/>
                </a:lnTo>
                <a:lnTo>
                  <a:pt x="181059" y="718488"/>
                </a:lnTo>
                <a:lnTo>
                  <a:pt x="344012" y="951959"/>
                </a:lnTo>
                <a:lnTo>
                  <a:pt x="460947" y="1116142"/>
                </a:lnTo>
                <a:lnTo>
                  <a:pt x="521300" y="1196728"/>
                </a:lnTo>
                <a:lnTo>
                  <a:pt x="540914" y="1223087"/>
                </a:lnTo>
                <a:lnTo>
                  <a:pt x="540914" y="1220828"/>
                </a:lnTo>
                <a:lnTo>
                  <a:pt x="552985" y="1195221"/>
                </a:lnTo>
                <a:lnTo>
                  <a:pt x="553740" y="1075473"/>
                </a:lnTo>
                <a:lnTo>
                  <a:pt x="586934" y="1047607"/>
                </a:lnTo>
                <a:lnTo>
                  <a:pt x="613339" y="1070955"/>
                </a:lnTo>
                <a:lnTo>
                  <a:pt x="630690" y="1071708"/>
                </a:lnTo>
                <a:lnTo>
                  <a:pt x="663884" y="925600"/>
                </a:lnTo>
                <a:lnTo>
                  <a:pt x="663884" y="924094"/>
                </a:lnTo>
                <a:lnTo>
                  <a:pt x="667656" y="899993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3FF4640-0C29-C1FF-61EA-93DAB38BA94B}"/>
              </a:ext>
            </a:extLst>
          </p:cNvPr>
          <p:cNvSpPr/>
          <p:nvPr/>
        </p:nvSpPr>
        <p:spPr>
          <a:xfrm>
            <a:off x="4196711" y="3047798"/>
            <a:ext cx="847960" cy="897734"/>
          </a:xfrm>
          <a:custGeom>
            <a:avLst/>
            <a:gdLst>
              <a:gd name="csX0" fmla="*/ 845697 w 847960"/>
              <a:gd name="csY0" fmla="*/ 112970 h 897734"/>
              <a:gd name="csX1" fmla="*/ 846451 w 847960"/>
              <a:gd name="csY1" fmla="*/ 93389 h 897734"/>
              <a:gd name="csX2" fmla="*/ 847206 w 847960"/>
              <a:gd name="csY2" fmla="*/ 73807 h 897734"/>
              <a:gd name="csX3" fmla="*/ 847961 w 847960"/>
              <a:gd name="csY3" fmla="*/ 54226 h 897734"/>
              <a:gd name="csX4" fmla="*/ 823820 w 847960"/>
              <a:gd name="csY4" fmla="*/ 53472 h 897734"/>
              <a:gd name="csX5" fmla="*/ 657094 w 847960"/>
              <a:gd name="csY5" fmla="*/ 45941 h 897734"/>
              <a:gd name="csX6" fmla="*/ 489614 w 847960"/>
              <a:gd name="csY6" fmla="*/ 35397 h 897734"/>
              <a:gd name="csX7" fmla="*/ 109390 w 847960"/>
              <a:gd name="csY7" fmla="*/ 2259 h 897734"/>
              <a:gd name="csX8" fmla="*/ 86003 w 847960"/>
              <a:gd name="csY8" fmla="*/ 0 h 897734"/>
              <a:gd name="csX9" fmla="*/ 82986 w 847960"/>
              <a:gd name="csY9" fmla="*/ 27113 h 897734"/>
              <a:gd name="csX10" fmla="*/ 26405 w 847960"/>
              <a:gd name="csY10" fmla="*/ 610037 h 897734"/>
              <a:gd name="csX11" fmla="*/ 21124 w 847960"/>
              <a:gd name="csY11" fmla="*/ 665016 h 897734"/>
              <a:gd name="csX12" fmla="*/ 0 w 847960"/>
              <a:gd name="csY12" fmla="*/ 887190 h 897734"/>
              <a:gd name="csX13" fmla="*/ 3018 w 847960"/>
              <a:gd name="csY13" fmla="*/ 887943 h 897734"/>
              <a:gd name="csX14" fmla="*/ 107127 w 847960"/>
              <a:gd name="csY14" fmla="*/ 897734 h 897734"/>
              <a:gd name="csX15" fmla="*/ 116934 w 847960"/>
              <a:gd name="csY15" fmla="*/ 845015 h 897734"/>
              <a:gd name="csX16" fmla="*/ 135795 w 847960"/>
              <a:gd name="csY16" fmla="*/ 829952 h 897734"/>
              <a:gd name="csX17" fmla="*/ 347030 w 847960"/>
              <a:gd name="csY17" fmla="*/ 848781 h 897734"/>
              <a:gd name="csX18" fmla="*/ 348539 w 847960"/>
              <a:gd name="csY18" fmla="*/ 848781 h 897734"/>
              <a:gd name="csX19" fmla="*/ 329679 w 847960"/>
              <a:gd name="csY19" fmla="*/ 811877 h 897734"/>
              <a:gd name="csX20" fmla="*/ 425489 w 847960"/>
              <a:gd name="csY20" fmla="*/ 818655 h 897734"/>
              <a:gd name="csX21" fmla="*/ 664638 w 847960"/>
              <a:gd name="csY21" fmla="*/ 832212 h 897734"/>
              <a:gd name="csX22" fmla="*/ 814012 w 847960"/>
              <a:gd name="csY22" fmla="*/ 838990 h 897734"/>
              <a:gd name="csX23" fmla="*/ 839662 w 847960"/>
              <a:gd name="csY23" fmla="*/ 132552 h 897734"/>
              <a:gd name="csX24" fmla="*/ 844943 w 847960"/>
              <a:gd name="csY24" fmla="*/ 133305 h 897734"/>
              <a:gd name="csX25" fmla="*/ 845698 w 847960"/>
              <a:gd name="csY25" fmla="*/ 112970 h 8977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847960" h="897734">
                <a:moveTo>
                  <a:pt x="845697" y="112970"/>
                </a:moveTo>
                <a:lnTo>
                  <a:pt x="846451" y="93389"/>
                </a:lnTo>
                <a:lnTo>
                  <a:pt x="847206" y="73807"/>
                </a:lnTo>
                <a:lnTo>
                  <a:pt x="847961" y="54226"/>
                </a:lnTo>
                <a:lnTo>
                  <a:pt x="823820" y="53472"/>
                </a:lnTo>
                <a:lnTo>
                  <a:pt x="657094" y="45941"/>
                </a:lnTo>
                <a:lnTo>
                  <a:pt x="489614" y="35397"/>
                </a:lnTo>
                <a:lnTo>
                  <a:pt x="109390" y="2259"/>
                </a:lnTo>
                <a:lnTo>
                  <a:pt x="86003" y="0"/>
                </a:lnTo>
                <a:lnTo>
                  <a:pt x="82986" y="27113"/>
                </a:lnTo>
                <a:lnTo>
                  <a:pt x="26405" y="610037"/>
                </a:lnTo>
                <a:lnTo>
                  <a:pt x="21124" y="665016"/>
                </a:lnTo>
                <a:lnTo>
                  <a:pt x="0" y="887190"/>
                </a:lnTo>
                <a:lnTo>
                  <a:pt x="3018" y="887943"/>
                </a:lnTo>
                <a:lnTo>
                  <a:pt x="107127" y="897734"/>
                </a:lnTo>
                <a:lnTo>
                  <a:pt x="116934" y="845015"/>
                </a:lnTo>
                <a:lnTo>
                  <a:pt x="135795" y="829952"/>
                </a:lnTo>
                <a:lnTo>
                  <a:pt x="347030" y="848781"/>
                </a:lnTo>
                <a:lnTo>
                  <a:pt x="348539" y="848781"/>
                </a:lnTo>
                <a:lnTo>
                  <a:pt x="329679" y="811877"/>
                </a:lnTo>
                <a:lnTo>
                  <a:pt x="425489" y="818655"/>
                </a:lnTo>
                <a:lnTo>
                  <a:pt x="664638" y="832212"/>
                </a:lnTo>
                <a:lnTo>
                  <a:pt x="814012" y="838990"/>
                </a:lnTo>
                <a:lnTo>
                  <a:pt x="839662" y="132552"/>
                </a:lnTo>
                <a:lnTo>
                  <a:pt x="844943" y="133305"/>
                </a:lnTo>
                <a:lnTo>
                  <a:pt x="845698" y="112970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AB0A6A57-2444-0C1F-0F0B-CCDF3B2A054E}"/>
              </a:ext>
            </a:extLst>
          </p:cNvPr>
          <p:cNvSpPr/>
          <p:nvPr/>
        </p:nvSpPr>
        <p:spPr>
          <a:xfrm>
            <a:off x="2621495" y="1278690"/>
            <a:ext cx="993562" cy="835977"/>
          </a:xfrm>
          <a:custGeom>
            <a:avLst/>
            <a:gdLst>
              <a:gd name="csX0" fmla="*/ 9808 w 993562"/>
              <a:gd name="csY0" fmla="*/ 625100 h 835977"/>
              <a:gd name="csX1" fmla="*/ 129759 w 993562"/>
              <a:gd name="csY1" fmla="*/ 661250 h 835977"/>
              <a:gd name="csX2" fmla="*/ 452648 w 993562"/>
              <a:gd name="csY2" fmla="*/ 750120 h 835977"/>
              <a:gd name="csX3" fmla="*/ 482070 w 993562"/>
              <a:gd name="csY3" fmla="*/ 757651 h 835977"/>
              <a:gd name="csX4" fmla="*/ 503194 w 993562"/>
              <a:gd name="csY4" fmla="*/ 762923 h 835977"/>
              <a:gd name="csX5" fmla="*/ 694061 w 993562"/>
              <a:gd name="csY5" fmla="*/ 808111 h 835977"/>
              <a:gd name="csX6" fmla="*/ 800433 w 993562"/>
              <a:gd name="csY6" fmla="*/ 831458 h 835977"/>
              <a:gd name="csX7" fmla="*/ 821556 w 993562"/>
              <a:gd name="csY7" fmla="*/ 835977 h 835977"/>
              <a:gd name="csX8" fmla="*/ 824574 w 993562"/>
              <a:gd name="csY8" fmla="*/ 820161 h 835977"/>
              <a:gd name="csX9" fmla="*/ 896243 w 993562"/>
              <a:gd name="csY9" fmla="*/ 523427 h 835977"/>
              <a:gd name="csX10" fmla="*/ 875874 w 993562"/>
              <a:gd name="csY10" fmla="*/ 475227 h 835977"/>
              <a:gd name="csX11" fmla="*/ 878137 w 993562"/>
              <a:gd name="csY11" fmla="*/ 456398 h 835977"/>
              <a:gd name="csX12" fmla="*/ 956596 w 993562"/>
              <a:gd name="csY12" fmla="*/ 353972 h 835977"/>
              <a:gd name="csX13" fmla="*/ 993563 w 993562"/>
              <a:gd name="csY13" fmla="*/ 261337 h 835977"/>
              <a:gd name="csX14" fmla="*/ 967913 w 993562"/>
              <a:gd name="csY14" fmla="*/ 233471 h 835977"/>
              <a:gd name="csX15" fmla="*/ 967158 w 993562"/>
              <a:gd name="csY15" fmla="*/ 219162 h 835977"/>
              <a:gd name="csX16" fmla="*/ 967158 w 993562"/>
              <a:gd name="csY16" fmla="*/ 218408 h 835977"/>
              <a:gd name="csX17" fmla="*/ 952824 w 993562"/>
              <a:gd name="csY17" fmla="*/ 215396 h 835977"/>
              <a:gd name="csX18" fmla="*/ 740834 w 993562"/>
              <a:gd name="csY18" fmla="*/ 167195 h 835977"/>
              <a:gd name="csX19" fmla="*/ 729518 w 993562"/>
              <a:gd name="csY19" fmla="*/ 172467 h 835977"/>
              <a:gd name="csX20" fmla="*/ 688025 w 993562"/>
              <a:gd name="csY20" fmla="*/ 165689 h 835977"/>
              <a:gd name="csX21" fmla="*/ 604285 w 993562"/>
              <a:gd name="csY21" fmla="*/ 174726 h 835977"/>
              <a:gd name="csX22" fmla="*/ 552985 w 993562"/>
              <a:gd name="csY22" fmla="*/ 167948 h 835977"/>
              <a:gd name="csX23" fmla="*/ 498667 w 993562"/>
              <a:gd name="csY23" fmla="*/ 167195 h 835977"/>
              <a:gd name="csX24" fmla="*/ 494141 w 993562"/>
              <a:gd name="csY24" fmla="*/ 153638 h 835977"/>
              <a:gd name="csX25" fmla="*/ 379470 w 993562"/>
              <a:gd name="csY25" fmla="*/ 143095 h 835977"/>
              <a:gd name="csX26" fmla="*/ 338732 w 993562"/>
              <a:gd name="csY26" fmla="*/ 121254 h 835977"/>
              <a:gd name="csX27" fmla="*/ 333451 w 993562"/>
              <a:gd name="csY27" fmla="*/ 106944 h 835977"/>
              <a:gd name="csX28" fmla="*/ 337977 w 993562"/>
              <a:gd name="csY28" fmla="*/ 50459 h 835977"/>
              <a:gd name="csX29" fmla="*/ 310818 w 993562"/>
              <a:gd name="csY29" fmla="*/ 21087 h 835977"/>
              <a:gd name="csX30" fmla="*/ 308555 w 993562"/>
              <a:gd name="csY30" fmla="*/ 21840 h 835977"/>
              <a:gd name="csX31" fmla="*/ 303274 w 993562"/>
              <a:gd name="csY31" fmla="*/ 25606 h 835977"/>
              <a:gd name="csX32" fmla="*/ 265553 w 993562"/>
              <a:gd name="csY32" fmla="*/ 6024 h 835977"/>
              <a:gd name="csX33" fmla="*/ 242921 w 993562"/>
              <a:gd name="csY33" fmla="*/ 12803 h 835977"/>
              <a:gd name="csX34" fmla="*/ 227833 w 993562"/>
              <a:gd name="csY34" fmla="*/ 5271 h 835977"/>
              <a:gd name="csX35" fmla="*/ 211990 w 993562"/>
              <a:gd name="csY35" fmla="*/ 70041 h 835977"/>
              <a:gd name="csX36" fmla="*/ 201428 w 993562"/>
              <a:gd name="csY36" fmla="*/ 88116 h 835977"/>
              <a:gd name="csX37" fmla="*/ 154655 w 993562"/>
              <a:gd name="csY37" fmla="*/ 201839 h 835977"/>
              <a:gd name="csX38" fmla="*/ 141075 w 993562"/>
              <a:gd name="csY38" fmla="*/ 264349 h 835977"/>
              <a:gd name="csX39" fmla="*/ 132777 w 993562"/>
              <a:gd name="csY39" fmla="*/ 265102 h 835977"/>
              <a:gd name="csX40" fmla="*/ 89021 w 993562"/>
              <a:gd name="csY40" fmla="*/ 369035 h 835977"/>
              <a:gd name="csX41" fmla="*/ 59599 w 993562"/>
              <a:gd name="csY41" fmla="*/ 413469 h 835977"/>
              <a:gd name="csX42" fmla="*/ 49037 w 993562"/>
              <a:gd name="csY42" fmla="*/ 421001 h 835977"/>
              <a:gd name="csX43" fmla="*/ 21878 w 993562"/>
              <a:gd name="csY43" fmla="*/ 473720 h 835977"/>
              <a:gd name="csX44" fmla="*/ 16597 w 993562"/>
              <a:gd name="csY44" fmla="*/ 529452 h 835977"/>
              <a:gd name="csX45" fmla="*/ 0 w 993562"/>
              <a:gd name="csY45" fmla="*/ 579159 h 835977"/>
              <a:gd name="csX46" fmla="*/ 9807 w 993562"/>
              <a:gd name="csY46" fmla="*/ 624347 h 835977"/>
              <a:gd name="csX47" fmla="*/ 9807 w 993562"/>
              <a:gd name="csY47" fmla="*/ 625100 h 835977"/>
              <a:gd name="csX48" fmla="*/ 285923 w 993562"/>
              <a:gd name="csY48" fmla="*/ 6778 h 835977"/>
              <a:gd name="csX49" fmla="*/ 283660 w 993562"/>
              <a:gd name="csY49" fmla="*/ 0 h 835977"/>
              <a:gd name="csX50" fmla="*/ 282905 w 993562"/>
              <a:gd name="csY50" fmla="*/ 5272 h 835977"/>
              <a:gd name="csX51" fmla="*/ 285923 w 993562"/>
              <a:gd name="csY51" fmla="*/ 6778 h 835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993562" h="835977">
                <a:moveTo>
                  <a:pt x="9808" y="625100"/>
                </a:moveTo>
                <a:lnTo>
                  <a:pt x="129759" y="661250"/>
                </a:lnTo>
                <a:lnTo>
                  <a:pt x="452648" y="750120"/>
                </a:lnTo>
                <a:lnTo>
                  <a:pt x="482070" y="757651"/>
                </a:lnTo>
                <a:lnTo>
                  <a:pt x="503194" y="762923"/>
                </a:lnTo>
                <a:lnTo>
                  <a:pt x="694061" y="808111"/>
                </a:lnTo>
                <a:lnTo>
                  <a:pt x="800433" y="831458"/>
                </a:lnTo>
                <a:lnTo>
                  <a:pt x="821556" y="835977"/>
                </a:lnTo>
                <a:lnTo>
                  <a:pt x="824574" y="820161"/>
                </a:lnTo>
                <a:lnTo>
                  <a:pt x="896243" y="523427"/>
                </a:lnTo>
                <a:lnTo>
                  <a:pt x="875874" y="475227"/>
                </a:lnTo>
                <a:lnTo>
                  <a:pt x="878137" y="456398"/>
                </a:lnTo>
                <a:lnTo>
                  <a:pt x="956596" y="353972"/>
                </a:lnTo>
                <a:lnTo>
                  <a:pt x="993563" y="261337"/>
                </a:lnTo>
                <a:lnTo>
                  <a:pt x="967913" y="233471"/>
                </a:lnTo>
                <a:lnTo>
                  <a:pt x="967158" y="219162"/>
                </a:lnTo>
                <a:lnTo>
                  <a:pt x="967158" y="218408"/>
                </a:lnTo>
                <a:lnTo>
                  <a:pt x="952824" y="215396"/>
                </a:lnTo>
                <a:lnTo>
                  <a:pt x="740834" y="167195"/>
                </a:lnTo>
                <a:lnTo>
                  <a:pt x="729518" y="172467"/>
                </a:lnTo>
                <a:lnTo>
                  <a:pt x="688025" y="165689"/>
                </a:lnTo>
                <a:lnTo>
                  <a:pt x="604285" y="174726"/>
                </a:lnTo>
                <a:lnTo>
                  <a:pt x="552985" y="167948"/>
                </a:lnTo>
                <a:lnTo>
                  <a:pt x="498667" y="167195"/>
                </a:lnTo>
                <a:lnTo>
                  <a:pt x="494141" y="153638"/>
                </a:lnTo>
                <a:lnTo>
                  <a:pt x="379470" y="143095"/>
                </a:lnTo>
                <a:lnTo>
                  <a:pt x="338732" y="121254"/>
                </a:lnTo>
                <a:lnTo>
                  <a:pt x="333451" y="106944"/>
                </a:lnTo>
                <a:lnTo>
                  <a:pt x="337977" y="50459"/>
                </a:lnTo>
                <a:lnTo>
                  <a:pt x="310818" y="21087"/>
                </a:lnTo>
                <a:lnTo>
                  <a:pt x="308555" y="21840"/>
                </a:lnTo>
                <a:lnTo>
                  <a:pt x="303274" y="25606"/>
                </a:lnTo>
                <a:lnTo>
                  <a:pt x="265553" y="6024"/>
                </a:lnTo>
                <a:lnTo>
                  <a:pt x="242921" y="12803"/>
                </a:lnTo>
                <a:lnTo>
                  <a:pt x="227833" y="5271"/>
                </a:lnTo>
                <a:lnTo>
                  <a:pt x="211990" y="70041"/>
                </a:lnTo>
                <a:lnTo>
                  <a:pt x="201428" y="88116"/>
                </a:lnTo>
                <a:lnTo>
                  <a:pt x="154655" y="201839"/>
                </a:lnTo>
                <a:lnTo>
                  <a:pt x="141075" y="264349"/>
                </a:lnTo>
                <a:lnTo>
                  <a:pt x="132777" y="265102"/>
                </a:lnTo>
                <a:lnTo>
                  <a:pt x="89021" y="369035"/>
                </a:lnTo>
                <a:lnTo>
                  <a:pt x="59599" y="413469"/>
                </a:lnTo>
                <a:lnTo>
                  <a:pt x="49037" y="421001"/>
                </a:lnTo>
                <a:lnTo>
                  <a:pt x="21878" y="473720"/>
                </a:lnTo>
                <a:lnTo>
                  <a:pt x="16597" y="529452"/>
                </a:lnTo>
                <a:lnTo>
                  <a:pt x="0" y="579159"/>
                </a:lnTo>
                <a:lnTo>
                  <a:pt x="9807" y="624347"/>
                </a:lnTo>
                <a:lnTo>
                  <a:pt x="9807" y="625100"/>
                </a:lnTo>
                <a:close/>
                <a:moveTo>
                  <a:pt x="285923" y="6778"/>
                </a:moveTo>
                <a:lnTo>
                  <a:pt x="283660" y="0"/>
                </a:lnTo>
                <a:lnTo>
                  <a:pt x="282905" y="5272"/>
                </a:lnTo>
                <a:lnTo>
                  <a:pt x="285923" y="6778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C99E1531-D3C0-2290-0B45-553F5BFAF6FC}"/>
              </a:ext>
            </a:extLst>
          </p:cNvPr>
          <p:cNvSpPr/>
          <p:nvPr/>
        </p:nvSpPr>
        <p:spPr>
          <a:xfrm>
            <a:off x="3658059" y="2180942"/>
            <a:ext cx="689533" cy="866855"/>
          </a:xfrm>
          <a:custGeom>
            <a:avLst/>
            <a:gdLst>
              <a:gd name="csX0" fmla="*/ 451139 w 689533"/>
              <a:gd name="csY0" fmla="*/ 50460 h 866855"/>
              <a:gd name="csX1" fmla="*/ 256501 w 689533"/>
              <a:gd name="csY1" fmla="*/ 21088 h 866855"/>
              <a:gd name="csX2" fmla="*/ 147865 w 689533"/>
              <a:gd name="csY2" fmla="*/ 3766 h 866855"/>
              <a:gd name="csX3" fmla="*/ 126742 w 689533"/>
              <a:gd name="csY3" fmla="*/ 0 h 866855"/>
              <a:gd name="csX4" fmla="*/ 122215 w 689533"/>
              <a:gd name="csY4" fmla="*/ 24100 h 866855"/>
              <a:gd name="csX5" fmla="*/ 82231 w 689533"/>
              <a:gd name="csY5" fmla="*/ 268115 h 866855"/>
              <a:gd name="csX6" fmla="*/ 3772 w 689533"/>
              <a:gd name="csY6" fmla="*/ 755392 h 866855"/>
              <a:gd name="csX7" fmla="*/ 0 w 689533"/>
              <a:gd name="csY7" fmla="*/ 779492 h 866855"/>
              <a:gd name="csX8" fmla="*/ 19615 w 689533"/>
              <a:gd name="csY8" fmla="*/ 782505 h 866855"/>
              <a:gd name="csX9" fmla="*/ 214253 w 689533"/>
              <a:gd name="csY9" fmla="*/ 813383 h 866855"/>
              <a:gd name="csX10" fmla="*/ 350802 w 689533"/>
              <a:gd name="csY10" fmla="*/ 832965 h 866855"/>
              <a:gd name="csX11" fmla="*/ 605040 w 689533"/>
              <a:gd name="csY11" fmla="*/ 864596 h 866855"/>
              <a:gd name="csX12" fmla="*/ 624654 w 689533"/>
              <a:gd name="csY12" fmla="*/ 866856 h 866855"/>
              <a:gd name="csX13" fmla="*/ 626163 w 689533"/>
              <a:gd name="csY13" fmla="*/ 847274 h 866855"/>
              <a:gd name="csX14" fmla="*/ 632198 w 689533"/>
              <a:gd name="csY14" fmla="*/ 787777 h 866855"/>
              <a:gd name="csX15" fmla="*/ 646532 w 689533"/>
              <a:gd name="csY15" fmla="*/ 650707 h 866855"/>
              <a:gd name="csX16" fmla="*/ 687271 w 689533"/>
              <a:gd name="csY16" fmla="*/ 258324 h 866855"/>
              <a:gd name="csX17" fmla="*/ 689534 w 689533"/>
              <a:gd name="csY17" fmla="*/ 238743 h 866855"/>
              <a:gd name="csX18" fmla="*/ 674446 w 689533"/>
              <a:gd name="csY18" fmla="*/ 237237 h 866855"/>
              <a:gd name="csX19" fmla="*/ 482070 w 689533"/>
              <a:gd name="csY19" fmla="*/ 213890 h 866855"/>
              <a:gd name="csX20" fmla="*/ 452648 w 689533"/>
              <a:gd name="csY20" fmla="*/ 210124 h 866855"/>
              <a:gd name="csX21" fmla="*/ 471508 w 689533"/>
              <a:gd name="csY21" fmla="*/ 63263 h 866855"/>
              <a:gd name="csX22" fmla="*/ 473017 w 689533"/>
              <a:gd name="csY22" fmla="*/ 53472 h 866855"/>
              <a:gd name="csX23" fmla="*/ 451139 w 689533"/>
              <a:gd name="csY23" fmla="*/ 50460 h 8668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689533" h="866855">
                <a:moveTo>
                  <a:pt x="451139" y="50460"/>
                </a:moveTo>
                <a:lnTo>
                  <a:pt x="256501" y="21088"/>
                </a:lnTo>
                <a:lnTo>
                  <a:pt x="147865" y="3766"/>
                </a:lnTo>
                <a:lnTo>
                  <a:pt x="126742" y="0"/>
                </a:lnTo>
                <a:lnTo>
                  <a:pt x="122215" y="24100"/>
                </a:lnTo>
                <a:lnTo>
                  <a:pt x="82231" y="268115"/>
                </a:lnTo>
                <a:lnTo>
                  <a:pt x="3772" y="755392"/>
                </a:lnTo>
                <a:lnTo>
                  <a:pt x="0" y="779492"/>
                </a:lnTo>
                <a:lnTo>
                  <a:pt x="19615" y="782505"/>
                </a:lnTo>
                <a:lnTo>
                  <a:pt x="214253" y="813383"/>
                </a:lnTo>
                <a:lnTo>
                  <a:pt x="350802" y="832965"/>
                </a:lnTo>
                <a:lnTo>
                  <a:pt x="605040" y="864596"/>
                </a:lnTo>
                <a:lnTo>
                  <a:pt x="624654" y="866856"/>
                </a:lnTo>
                <a:lnTo>
                  <a:pt x="626163" y="847274"/>
                </a:lnTo>
                <a:lnTo>
                  <a:pt x="632198" y="787777"/>
                </a:lnTo>
                <a:lnTo>
                  <a:pt x="646532" y="650707"/>
                </a:lnTo>
                <a:lnTo>
                  <a:pt x="687271" y="258324"/>
                </a:lnTo>
                <a:lnTo>
                  <a:pt x="689534" y="238743"/>
                </a:lnTo>
                <a:lnTo>
                  <a:pt x="674446" y="237237"/>
                </a:lnTo>
                <a:lnTo>
                  <a:pt x="482070" y="213890"/>
                </a:lnTo>
                <a:lnTo>
                  <a:pt x="452648" y="210124"/>
                </a:lnTo>
                <a:lnTo>
                  <a:pt x="471508" y="63263"/>
                </a:lnTo>
                <a:lnTo>
                  <a:pt x="473017" y="53472"/>
                </a:lnTo>
                <a:lnTo>
                  <a:pt x="451139" y="50460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12C3BCB0-80EA-9F63-7642-D8FFFAAA3817}"/>
              </a:ext>
            </a:extLst>
          </p:cNvPr>
          <p:cNvSpPr/>
          <p:nvPr/>
        </p:nvSpPr>
        <p:spPr>
          <a:xfrm>
            <a:off x="4110707" y="1764460"/>
            <a:ext cx="860031" cy="702672"/>
          </a:xfrm>
          <a:custGeom>
            <a:avLst/>
            <a:gdLst>
              <a:gd name="csX0" fmla="*/ 845697 w 860031"/>
              <a:gd name="csY0" fmla="*/ 367529 h 702672"/>
              <a:gd name="csX1" fmla="*/ 851733 w 860031"/>
              <a:gd name="csY1" fmla="*/ 250040 h 702672"/>
              <a:gd name="csX2" fmla="*/ 859277 w 860031"/>
              <a:gd name="csY2" fmla="*/ 91883 h 702672"/>
              <a:gd name="csX3" fmla="*/ 860031 w 860031"/>
              <a:gd name="csY3" fmla="*/ 72301 h 702672"/>
              <a:gd name="csX4" fmla="*/ 850224 w 860031"/>
              <a:gd name="csY4" fmla="*/ 71548 h 702672"/>
              <a:gd name="csX5" fmla="*/ 656340 w 860031"/>
              <a:gd name="csY5" fmla="*/ 60251 h 702672"/>
              <a:gd name="csX6" fmla="*/ 547704 w 860031"/>
              <a:gd name="csY6" fmla="*/ 51213 h 702672"/>
              <a:gd name="csX7" fmla="*/ 341749 w 860031"/>
              <a:gd name="csY7" fmla="*/ 31632 h 702672"/>
              <a:gd name="csX8" fmla="*/ 83740 w 860031"/>
              <a:gd name="csY8" fmla="*/ 0 h 702672"/>
              <a:gd name="csX9" fmla="*/ 73178 w 860031"/>
              <a:gd name="csY9" fmla="*/ 73807 h 702672"/>
              <a:gd name="csX10" fmla="*/ 72424 w 860031"/>
              <a:gd name="csY10" fmla="*/ 78326 h 702672"/>
              <a:gd name="csX11" fmla="*/ 69406 w 860031"/>
              <a:gd name="csY11" fmla="*/ 103179 h 702672"/>
              <a:gd name="csX12" fmla="*/ 55826 w 860031"/>
              <a:gd name="csY12" fmla="*/ 200333 h 702672"/>
              <a:gd name="csX13" fmla="*/ 30176 w 860031"/>
              <a:gd name="csY13" fmla="*/ 396148 h 702672"/>
              <a:gd name="csX14" fmla="*/ 23387 w 860031"/>
              <a:gd name="csY14" fmla="*/ 445101 h 702672"/>
              <a:gd name="csX15" fmla="*/ 20369 w 860031"/>
              <a:gd name="csY15" fmla="*/ 469955 h 702672"/>
              <a:gd name="csX16" fmla="*/ 18860 w 860031"/>
              <a:gd name="csY16" fmla="*/ 479745 h 702672"/>
              <a:gd name="csX17" fmla="*/ 0 w 860031"/>
              <a:gd name="csY17" fmla="*/ 626606 h 702672"/>
              <a:gd name="csX18" fmla="*/ 29422 w 860031"/>
              <a:gd name="csY18" fmla="*/ 630372 h 702672"/>
              <a:gd name="csX19" fmla="*/ 221798 w 860031"/>
              <a:gd name="csY19" fmla="*/ 653719 h 702672"/>
              <a:gd name="csX20" fmla="*/ 236886 w 860031"/>
              <a:gd name="csY20" fmla="*/ 655225 h 702672"/>
              <a:gd name="csX21" fmla="*/ 254992 w 860031"/>
              <a:gd name="csY21" fmla="*/ 657485 h 702672"/>
              <a:gd name="csX22" fmla="*/ 441332 w 860031"/>
              <a:gd name="csY22" fmla="*/ 675560 h 702672"/>
              <a:gd name="csX23" fmla="*/ 590706 w 860031"/>
              <a:gd name="csY23" fmla="*/ 687610 h 702672"/>
              <a:gd name="csX24" fmla="*/ 814766 w 860031"/>
              <a:gd name="csY24" fmla="*/ 701920 h 702672"/>
              <a:gd name="csX25" fmla="*/ 829855 w 860031"/>
              <a:gd name="csY25" fmla="*/ 702673 h 702672"/>
              <a:gd name="csX26" fmla="*/ 830609 w 860031"/>
              <a:gd name="csY26" fmla="*/ 683092 h 702672"/>
              <a:gd name="csX27" fmla="*/ 834381 w 860031"/>
              <a:gd name="csY27" fmla="*/ 604013 h 702672"/>
              <a:gd name="csX28" fmla="*/ 841171 w 860031"/>
              <a:gd name="csY28" fmla="*/ 466189 h 702672"/>
              <a:gd name="csX29" fmla="*/ 844189 w 860031"/>
              <a:gd name="csY29" fmla="*/ 407445 h 702672"/>
              <a:gd name="csX30" fmla="*/ 844943 w 860031"/>
              <a:gd name="csY30" fmla="*/ 387864 h 702672"/>
              <a:gd name="csX31" fmla="*/ 845698 w 860031"/>
              <a:gd name="csY31" fmla="*/ 367529 h 7026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860031" h="702672">
                <a:moveTo>
                  <a:pt x="845697" y="367529"/>
                </a:moveTo>
                <a:lnTo>
                  <a:pt x="851733" y="250040"/>
                </a:lnTo>
                <a:lnTo>
                  <a:pt x="859277" y="91883"/>
                </a:lnTo>
                <a:lnTo>
                  <a:pt x="860031" y="72301"/>
                </a:lnTo>
                <a:lnTo>
                  <a:pt x="850224" y="71548"/>
                </a:lnTo>
                <a:lnTo>
                  <a:pt x="656340" y="60251"/>
                </a:lnTo>
                <a:lnTo>
                  <a:pt x="547704" y="51213"/>
                </a:lnTo>
                <a:lnTo>
                  <a:pt x="341749" y="31632"/>
                </a:lnTo>
                <a:lnTo>
                  <a:pt x="83740" y="0"/>
                </a:lnTo>
                <a:lnTo>
                  <a:pt x="73178" y="73807"/>
                </a:lnTo>
                <a:lnTo>
                  <a:pt x="72424" y="78326"/>
                </a:lnTo>
                <a:lnTo>
                  <a:pt x="69406" y="103179"/>
                </a:lnTo>
                <a:lnTo>
                  <a:pt x="55826" y="200333"/>
                </a:lnTo>
                <a:lnTo>
                  <a:pt x="30176" y="396148"/>
                </a:lnTo>
                <a:lnTo>
                  <a:pt x="23387" y="445101"/>
                </a:lnTo>
                <a:lnTo>
                  <a:pt x="20369" y="469955"/>
                </a:lnTo>
                <a:lnTo>
                  <a:pt x="18860" y="479745"/>
                </a:lnTo>
                <a:lnTo>
                  <a:pt x="0" y="626606"/>
                </a:lnTo>
                <a:lnTo>
                  <a:pt x="29422" y="630372"/>
                </a:lnTo>
                <a:lnTo>
                  <a:pt x="221798" y="653719"/>
                </a:lnTo>
                <a:lnTo>
                  <a:pt x="236886" y="655225"/>
                </a:lnTo>
                <a:lnTo>
                  <a:pt x="254992" y="657485"/>
                </a:lnTo>
                <a:lnTo>
                  <a:pt x="441332" y="675560"/>
                </a:lnTo>
                <a:lnTo>
                  <a:pt x="590706" y="687610"/>
                </a:lnTo>
                <a:lnTo>
                  <a:pt x="814766" y="701920"/>
                </a:lnTo>
                <a:lnTo>
                  <a:pt x="829855" y="702673"/>
                </a:lnTo>
                <a:lnTo>
                  <a:pt x="830609" y="683092"/>
                </a:lnTo>
                <a:lnTo>
                  <a:pt x="834381" y="604013"/>
                </a:lnTo>
                <a:lnTo>
                  <a:pt x="841171" y="466189"/>
                </a:lnTo>
                <a:lnTo>
                  <a:pt x="844189" y="407445"/>
                </a:lnTo>
                <a:lnTo>
                  <a:pt x="844943" y="387864"/>
                </a:lnTo>
                <a:lnTo>
                  <a:pt x="845698" y="367529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E3251EDC-E334-C184-E127-A5E492B16D1A}"/>
              </a:ext>
            </a:extLst>
          </p:cNvPr>
          <p:cNvSpPr/>
          <p:nvPr/>
        </p:nvSpPr>
        <p:spPr>
          <a:xfrm>
            <a:off x="6108393" y="3116333"/>
            <a:ext cx="629181" cy="591962"/>
          </a:xfrm>
          <a:custGeom>
            <a:avLst/>
            <a:gdLst>
              <a:gd name="csX0" fmla="*/ 628426 w 629181"/>
              <a:gd name="csY0" fmla="*/ 70041 h 591962"/>
              <a:gd name="csX1" fmla="*/ 546950 w 629181"/>
              <a:gd name="csY1" fmla="*/ 82092 h 591962"/>
              <a:gd name="csX2" fmla="*/ 580144 w 629181"/>
              <a:gd name="csY2" fmla="*/ 29372 h 591962"/>
              <a:gd name="csX3" fmla="*/ 565810 w 629181"/>
              <a:gd name="csY3" fmla="*/ 0 h 591962"/>
              <a:gd name="csX4" fmla="*/ 278379 w 629181"/>
              <a:gd name="csY4" fmla="*/ 27866 h 591962"/>
              <a:gd name="csX5" fmla="*/ 35458 w 629181"/>
              <a:gd name="csY5" fmla="*/ 47447 h 591962"/>
              <a:gd name="csX6" fmla="*/ 0 w 629181"/>
              <a:gd name="csY6" fmla="*/ 49707 h 591962"/>
              <a:gd name="csX7" fmla="*/ 4527 w 629181"/>
              <a:gd name="csY7" fmla="*/ 70794 h 591962"/>
              <a:gd name="csX8" fmla="*/ 33949 w 629181"/>
              <a:gd name="csY8" fmla="*/ 222927 h 591962"/>
              <a:gd name="csX9" fmla="*/ 34704 w 629181"/>
              <a:gd name="csY9" fmla="*/ 256818 h 591962"/>
              <a:gd name="csX10" fmla="*/ 43002 w 629181"/>
              <a:gd name="csY10" fmla="*/ 461670 h 591962"/>
              <a:gd name="csX11" fmla="*/ 43757 w 629181"/>
              <a:gd name="csY11" fmla="*/ 495561 h 591962"/>
              <a:gd name="csX12" fmla="*/ 46020 w 629181"/>
              <a:gd name="csY12" fmla="*/ 496315 h 591962"/>
              <a:gd name="csX13" fmla="*/ 57336 w 629181"/>
              <a:gd name="csY13" fmla="*/ 508365 h 591962"/>
              <a:gd name="csX14" fmla="*/ 102601 w 629181"/>
              <a:gd name="csY14" fmla="*/ 506858 h 591962"/>
              <a:gd name="csX15" fmla="*/ 107128 w 629181"/>
              <a:gd name="csY15" fmla="*/ 573134 h 591962"/>
              <a:gd name="csX16" fmla="*/ 108636 w 629181"/>
              <a:gd name="csY16" fmla="*/ 591963 h 591962"/>
              <a:gd name="csX17" fmla="*/ 132023 w 629181"/>
              <a:gd name="csY17" fmla="*/ 589703 h 591962"/>
              <a:gd name="csX18" fmla="*/ 203692 w 629181"/>
              <a:gd name="csY18" fmla="*/ 584431 h 591962"/>
              <a:gd name="csX19" fmla="*/ 488106 w 629181"/>
              <a:gd name="csY19" fmla="*/ 558071 h 591962"/>
              <a:gd name="csX20" fmla="*/ 489615 w 629181"/>
              <a:gd name="csY20" fmla="*/ 558071 h 591962"/>
              <a:gd name="csX21" fmla="*/ 488860 w 629181"/>
              <a:gd name="csY21" fmla="*/ 541503 h 591962"/>
              <a:gd name="csX22" fmla="*/ 496405 w 629181"/>
              <a:gd name="csY22" fmla="*/ 536231 h 591962"/>
              <a:gd name="csX23" fmla="*/ 482825 w 629181"/>
              <a:gd name="csY23" fmla="*/ 510624 h 591962"/>
              <a:gd name="csX24" fmla="*/ 511493 w 629181"/>
              <a:gd name="csY24" fmla="*/ 390123 h 591962"/>
              <a:gd name="csX25" fmla="*/ 500177 w 629181"/>
              <a:gd name="csY25" fmla="*/ 376567 h 591962"/>
              <a:gd name="csX26" fmla="*/ 543178 w 629181"/>
              <a:gd name="csY26" fmla="*/ 329119 h 591962"/>
              <a:gd name="csX27" fmla="*/ 540160 w 629181"/>
              <a:gd name="csY27" fmla="*/ 288450 h 591962"/>
              <a:gd name="csX28" fmla="*/ 571846 w 629181"/>
              <a:gd name="csY28" fmla="*/ 235731 h 591962"/>
              <a:gd name="csX29" fmla="*/ 571846 w 629181"/>
              <a:gd name="csY29" fmla="*/ 234977 h 591962"/>
              <a:gd name="csX30" fmla="*/ 570337 w 629181"/>
              <a:gd name="csY30" fmla="*/ 233471 h 591962"/>
              <a:gd name="csX31" fmla="*/ 597496 w 629181"/>
              <a:gd name="csY31" fmla="*/ 208618 h 591962"/>
              <a:gd name="csX32" fmla="*/ 589952 w 629181"/>
              <a:gd name="csY32" fmla="*/ 178492 h 591962"/>
              <a:gd name="csX33" fmla="*/ 611076 w 629181"/>
              <a:gd name="csY33" fmla="*/ 145355 h 591962"/>
              <a:gd name="csX34" fmla="*/ 606549 w 629181"/>
              <a:gd name="csY34" fmla="*/ 114476 h 591962"/>
              <a:gd name="csX35" fmla="*/ 629181 w 629181"/>
              <a:gd name="csY35" fmla="*/ 70794 h 591962"/>
              <a:gd name="csX36" fmla="*/ 629181 w 629181"/>
              <a:gd name="csY36" fmla="*/ 70041 h 591962"/>
              <a:gd name="csX37" fmla="*/ 628426 w 629181"/>
              <a:gd name="csY37" fmla="*/ 70041 h 5919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629181" h="591962">
                <a:moveTo>
                  <a:pt x="628426" y="70041"/>
                </a:moveTo>
                <a:lnTo>
                  <a:pt x="546950" y="82092"/>
                </a:lnTo>
                <a:lnTo>
                  <a:pt x="580144" y="29372"/>
                </a:lnTo>
                <a:lnTo>
                  <a:pt x="565810" y="0"/>
                </a:lnTo>
                <a:lnTo>
                  <a:pt x="278379" y="27866"/>
                </a:lnTo>
                <a:lnTo>
                  <a:pt x="35458" y="47447"/>
                </a:lnTo>
                <a:lnTo>
                  <a:pt x="0" y="49707"/>
                </a:lnTo>
                <a:lnTo>
                  <a:pt x="4527" y="70794"/>
                </a:lnTo>
                <a:lnTo>
                  <a:pt x="33949" y="222927"/>
                </a:lnTo>
                <a:lnTo>
                  <a:pt x="34704" y="256818"/>
                </a:lnTo>
                <a:lnTo>
                  <a:pt x="43002" y="461670"/>
                </a:lnTo>
                <a:lnTo>
                  <a:pt x="43757" y="495561"/>
                </a:lnTo>
                <a:lnTo>
                  <a:pt x="46020" y="496315"/>
                </a:lnTo>
                <a:lnTo>
                  <a:pt x="57336" y="508365"/>
                </a:lnTo>
                <a:lnTo>
                  <a:pt x="102601" y="506858"/>
                </a:lnTo>
                <a:lnTo>
                  <a:pt x="107128" y="573134"/>
                </a:lnTo>
                <a:lnTo>
                  <a:pt x="108636" y="591963"/>
                </a:lnTo>
                <a:lnTo>
                  <a:pt x="132023" y="589703"/>
                </a:lnTo>
                <a:lnTo>
                  <a:pt x="203692" y="584431"/>
                </a:lnTo>
                <a:lnTo>
                  <a:pt x="488106" y="558071"/>
                </a:lnTo>
                <a:lnTo>
                  <a:pt x="489615" y="558071"/>
                </a:lnTo>
                <a:lnTo>
                  <a:pt x="488860" y="541503"/>
                </a:lnTo>
                <a:lnTo>
                  <a:pt x="496405" y="536231"/>
                </a:lnTo>
                <a:lnTo>
                  <a:pt x="482825" y="510624"/>
                </a:lnTo>
                <a:lnTo>
                  <a:pt x="511493" y="390123"/>
                </a:lnTo>
                <a:lnTo>
                  <a:pt x="500177" y="376567"/>
                </a:lnTo>
                <a:lnTo>
                  <a:pt x="543178" y="329119"/>
                </a:lnTo>
                <a:lnTo>
                  <a:pt x="540160" y="288450"/>
                </a:lnTo>
                <a:lnTo>
                  <a:pt x="571846" y="235731"/>
                </a:lnTo>
                <a:lnTo>
                  <a:pt x="571846" y="234977"/>
                </a:lnTo>
                <a:lnTo>
                  <a:pt x="570337" y="233471"/>
                </a:lnTo>
                <a:lnTo>
                  <a:pt x="597496" y="208618"/>
                </a:lnTo>
                <a:lnTo>
                  <a:pt x="589952" y="178492"/>
                </a:lnTo>
                <a:lnTo>
                  <a:pt x="611076" y="145355"/>
                </a:lnTo>
                <a:lnTo>
                  <a:pt x="606549" y="114476"/>
                </a:lnTo>
                <a:lnTo>
                  <a:pt x="629181" y="70794"/>
                </a:lnTo>
                <a:lnTo>
                  <a:pt x="629181" y="70041"/>
                </a:lnTo>
                <a:lnTo>
                  <a:pt x="628426" y="70041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8BC4DB76-9896-87CC-BC9F-9996AEBAE132}"/>
              </a:ext>
            </a:extLst>
          </p:cNvPr>
          <p:cNvSpPr/>
          <p:nvPr/>
        </p:nvSpPr>
        <p:spPr>
          <a:xfrm>
            <a:off x="5814172" y="2031069"/>
            <a:ext cx="763467" cy="497821"/>
          </a:xfrm>
          <a:custGeom>
            <a:avLst/>
            <a:gdLst>
              <a:gd name="csX0" fmla="*/ 697832 w 763467"/>
              <a:gd name="csY0" fmla="*/ 143848 h 497821"/>
              <a:gd name="csX1" fmla="*/ 656340 w 763467"/>
              <a:gd name="csY1" fmla="*/ 122007 h 497821"/>
              <a:gd name="csX2" fmla="*/ 633707 w 763467"/>
              <a:gd name="csY2" fmla="*/ 91129 h 497821"/>
              <a:gd name="csX3" fmla="*/ 626164 w 763467"/>
              <a:gd name="csY3" fmla="*/ 46694 h 497821"/>
              <a:gd name="csX4" fmla="*/ 632199 w 763467"/>
              <a:gd name="csY4" fmla="*/ 26360 h 497821"/>
              <a:gd name="csX5" fmla="*/ 610321 w 763467"/>
              <a:gd name="csY5" fmla="*/ 0 h 497821"/>
              <a:gd name="csX6" fmla="*/ 610321 w 763467"/>
              <a:gd name="csY6" fmla="*/ 0 h 497821"/>
              <a:gd name="csX7" fmla="*/ 573354 w 763467"/>
              <a:gd name="csY7" fmla="*/ 3766 h 497821"/>
              <a:gd name="csX8" fmla="*/ 202183 w 763467"/>
              <a:gd name="csY8" fmla="*/ 34644 h 497821"/>
              <a:gd name="csX9" fmla="*/ 53563 w 763467"/>
              <a:gd name="csY9" fmla="*/ 42929 h 497821"/>
              <a:gd name="csX10" fmla="*/ 15843 w 763467"/>
              <a:gd name="csY10" fmla="*/ 45188 h 497821"/>
              <a:gd name="csX11" fmla="*/ 0 w 763467"/>
              <a:gd name="csY11" fmla="*/ 45941 h 497821"/>
              <a:gd name="csX12" fmla="*/ 12825 w 763467"/>
              <a:gd name="csY12" fmla="*/ 129539 h 497821"/>
              <a:gd name="csX13" fmla="*/ 2263 w 763467"/>
              <a:gd name="csY13" fmla="*/ 169455 h 497821"/>
              <a:gd name="csX14" fmla="*/ 18860 w 763467"/>
              <a:gd name="csY14" fmla="*/ 194309 h 497821"/>
              <a:gd name="csX15" fmla="*/ 18860 w 763467"/>
              <a:gd name="csY15" fmla="*/ 199580 h 497821"/>
              <a:gd name="csX16" fmla="*/ 24141 w 763467"/>
              <a:gd name="csY16" fmla="*/ 200334 h 497821"/>
              <a:gd name="csX17" fmla="*/ 48282 w 763467"/>
              <a:gd name="csY17" fmla="*/ 271128 h 497821"/>
              <a:gd name="csX18" fmla="*/ 71669 w 763467"/>
              <a:gd name="csY18" fmla="*/ 308032 h 497821"/>
              <a:gd name="csX19" fmla="*/ 73178 w 763467"/>
              <a:gd name="csY19" fmla="*/ 350207 h 497821"/>
              <a:gd name="csX20" fmla="*/ 98828 w 763467"/>
              <a:gd name="csY20" fmla="*/ 385604 h 497821"/>
              <a:gd name="csX21" fmla="*/ 94302 w 763467"/>
              <a:gd name="csY21" fmla="*/ 400667 h 497821"/>
              <a:gd name="csX22" fmla="*/ 117688 w 763467"/>
              <a:gd name="csY22" fmla="*/ 495562 h 497821"/>
              <a:gd name="csX23" fmla="*/ 117688 w 763467"/>
              <a:gd name="csY23" fmla="*/ 497821 h 497821"/>
              <a:gd name="csX24" fmla="*/ 117688 w 763467"/>
              <a:gd name="csY24" fmla="*/ 497821 h 497821"/>
              <a:gd name="csX25" fmla="*/ 272343 w 763467"/>
              <a:gd name="csY25" fmla="*/ 493302 h 497821"/>
              <a:gd name="csX26" fmla="*/ 437560 w 763467"/>
              <a:gd name="csY26" fmla="*/ 478993 h 497821"/>
              <a:gd name="csX27" fmla="*/ 599759 w 763467"/>
              <a:gd name="csY27" fmla="*/ 458658 h 497821"/>
              <a:gd name="csX28" fmla="*/ 636725 w 763467"/>
              <a:gd name="csY28" fmla="*/ 491043 h 497821"/>
              <a:gd name="csX29" fmla="*/ 638234 w 763467"/>
              <a:gd name="csY29" fmla="*/ 492549 h 497821"/>
              <a:gd name="csX30" fmla="*/ 645024 w 763467"/>
              <a:gd name="csY30" fmla="*/ 489537 h 497821"/>
              <a:gd name="csX31" fmla="*/ 639743 w 763467"/>
              <a:gd name="csY31" fmla="*/ 460165 h 497821"/>
              <a:gd name="csX32" fmla="*/ 667656 w 763467"/>
              <a:gd name="csY32" fmla="*/ 442843 h 497821"/>
              <a:gd name="csX33" fmla="*/ 678972 w 763467"/>
              <a:gd name="csY33" fmla="*/ 366023 h 497821"/>
              <a:gd name="csX34" fmla="*/ 667656 w 763467"/>
              <a:gd name="csY34" fmla="*/ 360751 h 497821"/>
              <a:gd name="csX35" fmla="*/ 674446 w 763467"/>
              <a:gd name="csY35" fmla="*/ 321588 h 497821"/>
              <a:gd name="csX36" fmla="*/ 708394 w 763467"/>
              <a:gd name="csY36" fmla="*/ 314810 h 497821"/>
              <a:gd name="csX37" fmla="*/ 746115 w 763467"/>
              <a:gd name="csY37" fmla="*/ 287697 h 497821"/>
              <a:gd name="csX38" fmla="*/ 762712 w 763467"/>
              <a:gd name="csY38" fmla="*/ 240250 h 497821"/>
              <a:gd name="csX39" fmla="*/ 763467 w 763467"/>
              <a:gd name="csY39" fmla="*/ 216150 h 497821"/>
              <a:gd name="csX40" fmla="*/ 733290 w 763467"/>
              <a:gd name="csY40" fmla="*/ 187531 h 497821"/>
              <a:gd name="csX41" fmla="*/ 724237 w 763467"/>
              <a:gd name="csY41" fmla="*/ 169456 h 497821"/>
              <a:gd name="csX42" fmla="*/ 695570 w 763467"/>
              <a:gd name="csY42" fmla="*/ 151380 h 497821"/>
              <a:gd name="csX43" fmla="*/ 697079 w 763467"/>
              <a:gd name="csY43" fmla="*/ 147615 h 497821"/>
              <a:gd name="csX44" fmla="*/ 697833 w 763467"/>
              <a:gd name="csY44" fmla="*/ 143849 h 4978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763467" h="497821">
                <a:moveTo>
                  <a:pt x="697832" y="143848"/>
                </a:moveTo>
                <a:lnTo>
                  <a:pt x="656340" y="122007"/>
                </a:lnTo>
                <a:lnTo>
                  <a:pt x="633707" y="91129"/>
                </a:lnTo>
                <a:lnTo>
                  <a:pt x="626164" y="46694"/>
                </a:lnTo>
                <a:lnTo>
                  <a:pt x="632199" y="26360"/>
                </a:lnTo>
                <a:lnTo>
                  <a:pt x="610321" y="0"/>
                </a:lnTo>
                <a:lnTo>
                  <a:pt x="610321" y="0"/>
                </a:lnTo>
                <a:lnTo>
                  <a:pt x="573354" y="3766"/>
                </a:lnTo>
                <a:lnTo>
                  <a:pt x="202183" y="34644"/>
                </a:lnTo>
                <a:lnTo>
                  <a:pt x="53563" y="42929"/>
                </a:lnTo>
                <a:lnTo>
                  <a:pt x="15843" y="45188"/>
                </a:lnTo>
                <a:lnTo>
                  <a:pt x="0" y="45941"/>
                </a:lnTo>
                <a:lnTo>
                  <a:pt x="12825" y="129539"/>
                </a:lnTo>
                <a:lnTo>
                  <a:pt x="2263" y="169455"/>
                </a:lnTo>
                <a:lnTo>
                  <a:pt x="18860" y="194309"/>
                </a:lnTo>
                <a:lnTo>
                  <a:pt x="18860" y="199580"/>
                </a:lnTo>
                <a:lnTo>
                  <a:pt x="24141" y="200334"/>
                </a:lnTo>
                <a:lnTo>
                  <a:pt x="48282" y="271128"/>
                </a:lnTo>
                <a:lnTo>
                  <a:pt x="71669" y="308032"/>
                </a:lnTo>
                <a:lnTo>
                  <a:pt x="73178" y="350207"/>
                </a:lnTo>
                <a:lnTo>
                  <a:pt x="98828" y="385604"/>
                </a:lnTo>
                <a:lnTo>
                  <a:pt x="94302" y="400667"/>
                </a:lnTo>
                <a:lnTo>
                  <a:pt x="117688" y="495562"/>
                </a:lnTo>
                <a:lnTo>
                  <a:pt x="117688" y="497821"/>
                </a:lnTo>
                <a:lnTo>
                  <a:pt x="117688" y="497821"/>
                </a:lnTo>
                <a:lnTo>
                  <a:pt x="272343" y="493302"/>
                </a:lnTo>
                <a:lnTo>
                  <a:pt x="437560" y="478993"/>
                </a:lnTo>
                <a:lnTo>
                  <a:pt x="599759" y="458658"/>
                </a:lnTo>
                <a:lnTo>
                  <a:pt x="636725" y="491043"/>
                </a:lnTo>
                <a:lnTo>
                  <a:pt x="638234" y="492549"/>
                </a:lnTo>
                <a:lnTo>
                  <a:pt x="645024" y="489537"/>
                </a:lnTo>
                <a:lnTo>
                  <a:pt x="639743" y="460165"/>
                </a:lnTo>
                <a:lnTo>
                  <a:pt x="667656" y="442843"/>
                </a:lnTo>
                <a:lnTo>
                  <a:pt x="678972" y="366023"/>
                </a:lnTo>
                <a:lnTo>
                  <a:pt x="667656" y="360751"/>
                </a:lnTo>
                <a:lnTo>
                  <a:pt x="674446" y="321588"/>
                </a:lnTo>
                <a:lnTo>
                  <a:pt x="708394" y="314810"/>
                </a:lnTo>
                <a:lnTo>
                  <a:pt x="746115" y="287697"/>
                </a:lnTo>
                <a:lnTo>
                  <a:pt x="762712" y="240250"/>
                </a:lnTo>
                <a:lnTo>
                  <a:pt x="763467" y="216150"/>
                </a:lnTo>
                <a:lnTo>
                  <a:pt x="733290" y="187531"/>
                </a:lnTo>
                <a:lnTo>
                  <a:pt x="724237" y="169456"/>
                </a:lnTo>
                <a:lnTo>
                  <a:pt x="695570" y="151380"/>
                </a:lnTo>
                <a:lnTo>
                  <a:pt x="697079" y="147615"/>
                </a:lnTo>
                <a:lnTo>
                  <a:pt x="697833" y="143849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9A44C63F-85BD-1FC7-C149-583FC89DE504}"/>
              </a:ext>
            </a:extLst>
          </p:cNvPr>
          <p:cNvSpPr/>
          <p:nvPr/>
        </p:nvSpPr>
        <p:spPr>
          <a:xfrm>
            <a:off x="5166131" y="2620772"/>
            <a:ext cx="937735" cy="488029"/>
          </a:xfrm>
          <a:custGeom>
            <a:avLst/>
            <a:gdLst>
              <a:gd name="csX0" fmla="*/ 936981 w 937735"/>
              <a:gd name="csY0" fmla="*/ 446607 h 488029"/>
              <a:gd name="csX1" fmla="*/ 918121 w 937735"/>
              <a:gd name="csY1" fmla="*/ 128032 h 488029"/>
              <a:gd name="csX2" fmla="*/ 884173 w 937735"/>
              <a:gd name="csY2" fmla="*/ 108451 h 488029"/>
              <a:gd name="csX3" fmla="*/ 881155 w 937735"/>
              <a:gd name="csY3" fmla="*/ 93388 h 488029"/>
              <a:gd name="csX4" fmla="*/ 853996 w 937735"/>
              <a:gd name="csY4" fmla="*/ 69288 h 488029"/>
              <a:gd name="csX5" fmla="*/ 880401 w 937735"/>
              <a:gd name="csY5" fmla="*/ 36903 h 488029"/>
              <a:gd name="csX6" fmla="*/ 869839 w 937735"/>
              <a:gd name="csY6" fmla="*/ 18075 h 488029"/>
              <a:gd name="csX7" fmla="*/ 850224 w 937735"/>
              <a:gd name="csY7" fmla="*/ 18828 h 488029"/>
              <a:gd name="csX8" fmla="*/ 832118 w 937735"/>
              <a:gd name="csY8" fmla="*/ 6025 h 488029"/>
              <a:gd name="csX9" fmla="*/ 824574 w 937735"/>
              <a:gd name="csY9" fmla="*/ 0 h 488029"/>
              <a:gd name="csX10" fmla="*/ 798924 w 937735"/>
              <a:gd name="csY10" fmla="*/ 1506 h 488029"/>
              <a:gd name="csX11" fmla="*/ 520546 w 937735"/>
              <a:gd name="csY11" fmla="*/ 12050 h 488029"/>
              <a:gd name="csX12" fmla="*/ 393050 w 937735"/>
              <a:gd name="csY12" fmla="*/ 15063 h 488029"/>
              <a:gd name="csX13" fmla="*/ 139567 w 937735"/>
              <a:gd name="csY13" fmla="*/ 15063 h 488029"/>
              <a:gd name="csX14" fmla="*/ 37721 w 937735"/>
              <a:gd name="csY14" fmla="*/ 13556 h 488029"/>
              <a:gd name="csX15" fmla="*/ 9053 w 937735"/>
              <a:gd name="csY15" fmla="*/ 12803 h 488029"/>
              <a:gd name="csX16" fmla="*/ 9053 w 937735"/>
              <a:gd name="csY16" fmla="*/ 27112 h 488029"/>
              <a:gd name="csX17" fmla="*/ 8298 w 937735"/>
              <a:gd name="csY17" fmla="*/ 71547 h 488029"/>
              <a:gd name="csX18" fmla="*/ 0 w 937735"/>
              <a:gd name="csY18" fmla="*/ 469954 h 488029"/>
              <a:gd name="csX19" fmla="*/ 0 w 937735"/>
              <a:gd name="csY19" fmla="*/ 485017 h 488029"/>
              <a:gd name="csX20" fmla="*/ 32440 w 937735"/>
              <a:gd name="csY20" fmla="*/ 485770 h 488029"/>
              <a:gd name="csX21" fmla="*/ 207464 w 937735"/>
              <a:gd name="csY21" fmla="*/ 488030 h 488029"/>
              <a:gd name="csX22" fmla="*/ 617110 w 937735"/>
              <a:gd name="csY22" fmla="*/ 482005 h 488029"/>
              <a:gd name="csX23" fmla="*/ 909068 w 937735"/>
              <a:gd name="csY23" fmla="*/ 468448 h 488029"/>
              <a:gd name="csX24" fmla="*/ 937736 w 937735"/>
              <a:gd name="csY24" fmla="*/ 466189 h 488029"/>
              <a:gd name="csX25" fmla="*/ 936981 w 937735"/>
              <a:gd name="csY25" fmla="*/ 446608 h 4880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937735" h="488029">
                <a:moveTo>
                  <a:pt x="936981" y="446607"/>
                </a:moveTo>
                <a:lnTo>
                  <a:pt x="918121" y="128032"/>
                </a:lnTo>
                <a:lnTo>
                  <a:pt x="884173" y="108451"/>
                </a:lnTo>
                <a:lnTo>
                  <a:pt x="881155" y="93388"/>
                </a:lnTo>
                <a:lnTo>
                  <a:pt x="853996" y="69288"/>
                </a:lnTo>
                <a:lnTo>
                  <a:pt x="880401" y="36903"/>
                </a:lnTo>
                <a:lnTo>
                  <a:pt x="869839" y="18075"/>
                </a:lnTo>
                <a:lnTo>
                  <a:pt x="850224" y="18828"/>
                </a:lnTo>
                <a:lnTo>
                  <a:pt x="832118" y="6025"/>
                </a:lnTo>
                <a:lnTo>
                  <a:pt x="824574" y="0"/>
                </a:lnTo>
                <a:lnTo>
                  <a:pt x="798924" y="1506"/>
                </a:lnTo>
                <a:lnTo>
                  <a:pt x="520546" y="12050"/>
                </a:lnTo>
                <a:lnTo>
                  <a:pt x="393050" y="15063"/>
                </a:lnTo>
                <a:lnTo>
                  <a:pt x="139567" y="15063"/>
                </a:lnTo>
                <a:lnTo>
                  <a:pt x="37721" y="13556"/>
                </a:lnTo>
                <a:lnTo>
                  <a:pt x="9053" y="12803"/>
                </a:lnTo>
                <a:lnTo>
                  <a:pt x="9053" y="27112"/>
                </a:lnTo>
                <a:lnTo>
                  <a:pt x="8298" y="71547"/>
                </a:lnTo>
                <a:lnTo>
                  <a:pt x="0" y="469954"/>
                </a:lnTo>
                <a:lnTo>
                  <a:pt x="0" y="485017"/>
                </a:lnTo>
                <a:lnTo>
                  <a:pt x="32440" y="485770"/>
                </a:lnTo>
                <a:lnTo>
                  <a:pt x="207464" y="488030"/>
                </a:lnTo>
                <a:lnTo>
                  <a:pt x="617110" y="482005"/>
                </a:lnTo>
                <a:lnTo>
                  <a:pt x="909068" y="468448"/>
                </a:lnTo>
                <a:lnTo>
                  <a:pt x="937736" y="466189"/>
                </a:lnTo>
                <a:lnTo>
                  <a:pt x="936981" y="446608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927DD12F-9306-E3EA-AF88-CE39F0B2B43D}"/>
              </a:ext>
            </a:extLst>
          </p:cNvPr>
          <p:cNvSpPr/>
          <p:nvPr/>
        </p:nvSpPr>
        <p:spPr>
          <a:xfrm>
            <a:off x="5931106" y="2489727"/>
            <a:ext cx="865312" cy="708697"/>
          </a:xfrm>
          <a:custGeom>
            <a:avLst/>
            <a:gdLst>
              <a:gd name="csX0" fmla="*/ 519791 w 865312"/>
              <a:gd name="csY0" fmla="*/ 32385 h 708697"/>
              <a:gd name="csX1" fmla="*/ 482825 w 865312"/>
              <a:gd name="csY1" fmla="*/ 0 h 708697"/>
              <a:gd name="csX2" fmla="*/ 320626 w 865312"/>
              <a:gd name="csY2" fmla="*/ 20335 h 708697"/>
              <a:gd name="csX3" fmla="*/ 155409 w 865312"/>
              <a:gd name="csY3" fmla="*/ 34644 h 708697"/>
              <a:gd name="csX4" fmla="*/ 754 w 865312"/>
              <a:gd name="csY4" fmla="*/ 39163 h 708697"/>
              <a:gd name="csX5" fmla="*/ 754 w 865312"/>
              <a:gd name="csY5" fmla="*/ 39163 h 708697"/>
              <a:gd name="csX6" fmla="*/ 0 w 865312"/>
              <a:gd name="csY6" fmla="*/ 43682 h 708697"/>
              <a:gd name="csX7" fmla="*/ 18860 w 865312"/>
              <a:gd name="csY7" fmla="*/ 79832 h 708697"/>
              <a:gd name="csX8" fmla="*/ 36212 w 865312"/>
              <a:gd name="csY8" fmla="*/ 91882 h 708697"/>
              <a:gd name="csX9" fmla="*/ 56581 w 865312"/>
              <a:gd name="csY9" fmla="*/ 128033 h 708697"/>
              <a:gd name="csX10" fmla="*/ 59599 w 865312"/>
              <a:gd name="csY10" fmla="*/ 131045 h 708697"/>
              <a:gd name="csX11" fmla="*/ 67142 w 865312"/>
              <a:gd name="csY11" fmla="*/ 137070 h 708697"/>
              <a:gd name="csX12" fmla="*/ 85248 w 865312"/>
              <a:gd name="csY12" fmla="*/ 149873 h 708697"/>
              <a:gd name="csX13" fmla="*/ 104863 w 865312"/>
              <a:gd name="csY13" fmla="*/ 149120 h 708697"/>
              <a:gd name="csX14" fmla="*/ 115425 w 865312"/>
              <a:gd name="csY14" fmla="*/ 167948 h 708697"/>
              <a:gd name="csX15" fmla="*/ 89021 w 865312"/>
              <a:gd name="csY15" fmla="*/ 200333 h 708697"/>
              <a:gd name="csX16" fmla="*/ 116179 w 865312"/>
              <a:gd name="csY16" fmla="*/ 224433 h 708697"/>
              <a:gd name="csX17" fmla="*/ 119197 w 865312"/>
              <a:gd name="csY17" fmla="*/ 239496 h 708697"/>
              <a:gd name="csX18" fmla="*/ 153146 w 865312"/>
              <a:gd name="csY18" fmla="*/ 259077 h 708697"/>
              <a:gd name="csX19" fmla="*/ 172006 w 865312"/>
              <a:gd name="csY19" fmla="*/ 577653 h 708697"/>
              <a:gd name="csX20" fmla="*/ 172761 w 865312"/>
              <a:gd name="csY20" fmla="*/ 597234 h 708697"/>
              <a:gd name="csX21" fmla="*/ 174269 w 865312"/>
              <a:gd name="csY21" fmla="*/ 616815 h 708697"/>
              <a:gd name="csX22" fmla="*/ 175024 w 865312"/>
              <a:gd name="csY22" fmla="*/ 636397 h 708697"/>
              <a:gd name="csX23" fmla="*/ 176533 w 865312"/>
              <a:gd name="csY23" fmla="*/ 656731 h 708697"/>
              <a:gd name="csX24" fmla="*/ 177288 w 865312"/>
              <a:gd name="csY24" fmla="*/ 676313 h 708697"/>
              <a:gd name="csX25" fmla="*/ 212745 w 865312"/>
              <a:gd name="csY25" fmla="*/ 674054 h 708697"/>
              <a:gd name="csX26" fmla="*/ 455666 w 865312"/>
              <a:gd name="csY26" fmla="*/ 654472 h 708697"/>
              <a:gd name="csX27" fmla="*/ 743098 w 865312"/>
              <a:gd name="csY27" fmla="*/ 626606 h 708697"/>
              <a:gd name="csX28" fmla="*/ 757432 w 865312"/>
              <a:gd name="csY28" fmla="*/ 655978 h 708697"/>
              <a:gd name="csX29" fmla="*/ 724237 w 865312"/>
              <a:gd name="csY29" fmla="*/ 708698 h 708697"/>
              <a:gd name="csX30" fmla="*/ 805714 w 865312"/>
              <a:gd name="csY30" fmla="*/ 696647 h 708697"/>
              <a:gd name="csX31" fmla="*/ 806469 w 865312"/>
              <a:gd name="csY31" fmla="*/ 696647 h 708697"/>
              <a:gd name="csX32" fmla="*/ 806469 w 865312"/>
              <a:gd name="csY32" fmla="*/ 690623 h 708697"/>
              <a:gd name="csX33" fmla="*/ 807978 w 865312"/>
              <a:gd name="csY33" fmla="*/ 655978 h 708697"/>
              <a:gd name="csX34" fmla="*/ 823066 w 865312"/>
              <a:gd name="csY34" fmla="*/ 637150 h 708697"/>
              <a:gd name="csX35" fmla="*/ 818539 w 865312"/>
              <a:gd name="csY35" fmla="*/ 616062 h 708697"/>
              <a:gd name="csX36" fmla="*/ 817785 w 865312"/>
              <a:gd name="csY36" fmla="*/ 615309 h 708697"/>
              <a:gd name="csX37" fmla="*/ 817030 w 865312"/>
              <a:gd name="csY37" fmla="*/ 614555 h 708697"/>
              <a:gd name="csX38" fmla="*/ 820048 w 865312"/>
              <a:gd name="csY38" fmla="*/ 604765 h 708697"/>
              <a:gd name="csX39" fmla="*/ 824574 w 865312"/>
              <a:gd name="csY39" fmla="*/ 606271 h 708697"/>
              <a:gd name="csX40" fmla="*/ 826837 w 865312"/>
              <a:gd name="csY40" fmla="*/ 612296 h 708697"/>
              <a:gd name="csX41" fmla="*/ 826083 w 865312"/>
              <a:gd name="csY41" fmla="*/ 614555 h 708697"/>
              <a:gd name="csX42" fmla="*/ 826083 w 865312"/>
              <a:gd name="csY42" fmla="*/ 615309 h 708697"/>
              <a:gd name="csX43" fmla="*/ 826083 w 865312"/>
              <a:gd name="csY43" fmla="*/ 621334 h 708697"/>
              <a:gd name="csX44" fmla="*/ 829100 w 865312"/>
              <a:gd name="csY44" fmla="*/ 622087 h 708697"/>
              <a:gd name="csX45" fmla="*/ 835136 w 865312"/>
              <a:gd name="csY45" fmla="*/ 614556 h 708697"/>
              <a:gd name="csX46" fmla="*/ 835136 w 865312"/>
              <a:gd name="csY46" fmla="*/ 613803 h 708697"/>
              <a:gd name="csX47" fmla="*/ 835890 w 865312"/>
              <a:gd name="csY47" fmla="*/ 611543 h 708697"/>
              <a:gd name="csX48" fmla="*/ 855505 w 865312"/>
              <a:gd name="csY48" fmla="*/ 599493 h 708697"/>
              <a:gd name="csX49" fmla="*/ 858523 w 865312"/>
              <a:gd name="csY49" fmla="*/ 597987 h 708697"/>
              <a:gd name="csX50" fmla="*/ 865313 w 865312"/>
              <a:gd name="csY50" fmla="*/ 536230 h 708697"/>
              <a:gd name="csX51" fmla="*/ 863804 w 865312"/>
              <a:gd name="csY51" fmla="*/ 533217 h 708697"/>
              <a:gd name="csX52" fmla="*/ 861540 w 865312"/>
              <a:gd name="csY52" fmla="*/ 532464 h 708697"/>
              <a:gd name="csX53" fmla="*/ 807977 w 865312"/>
              <a:gd name="csY53" fmla="*/ 488782 h 708697"/>
              <a:gd name="csX54" fmla="*/ 816276 w 865312"/>
              <a:gd name="csY54" fmla="*/ 472967 h 708697"/>
              <a:gd name="csX55" fmla="*/ 801188 w 865312"/>
              <a:gd name="csY55" fmla="*/ 430038 h 708697"/>
              <a:gd name="csX56" fmla="*/ 774028 w 865312"/>
              <a:gd name="csY56" fmla="*/ 408950 h 708697"/>
              <a:gd name="csX57" fmla="*/ 722728 w 865312"/>
              <a:gd name="csY57" fmla="*/ 386356 h 708697"/>
              <a:gd name="csX58" fmla="*/ 690289 w 865312"/>
              <a:gd name="csY58" fmla="*/ 359997 h 708697"/>
              <a:gd name="csX59" fmla="*/ 694061 w 865312"/>
              <a:gd name="csY59" fmla="*/ 305771 h 708697"/>
              <a:gd name="csX60" fmla="*/ 703868 w 865312"/>
              <a:gd name="csY60" fmla="*/ 255311 h 708697"/>
              <a:gd name="csX61" fmla="*/ 649550 w 865312"/>
              <a:gd name="csY61" fmla="*/ 258324 h 708697"/>
              <a:gd name="csX62" fmla="*/ 632953 w 865312"/>
              <a:gd name="csY62" fmla="*/ 241002 h 708697"/>
              <a:gd name="csX63" fmla="*/ 625409 w 865312"/>
              <a:gd name="csY63" fmla="*/ 206358 h 708697"/>
              <a:gd name="csX64" fmla="*/ 539406 w 865312"/>
              <a:gd name="csY64" fmla="*/ 134057 h 708697"/>
              <a:gd name="csX65" fmla="*/ 515265 w 865312"/>
              <a:gd name="csY65" fmla="*/ 67028 h 708697"/>
              <a:gd name="csX66" fmla="*/ 521300 w 865312"/>
              <a:gd name="csY66" fmla="*/ 33890 h 708697"/>
              <a:gd name="csX67" fmla="*/ 521300 w 865312"/>
              <a:gd name="csY67" fmla="*/ 33890 h 708697"/>
              <a:gd name="csX68" fmla="*/ 519791 w 865312"/>
              <a:gd name="csY68" fmla="*/ 32384 h 7086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</a:cxnLst>
            <a:rect l="l" t="t" r="r" b="b"/>
            <a:pathLst>
              <a:path w="865312" h="708697">
                <a:moveTo>
                  <a:pt x="519791" y="32385"/>
                </a:moveTo>
                <a:lnTo>
                  <a:pt x="482825" y="0"/>
                </a:lnTo>
                <a:lnTo>
                  <a:pt x="320626" y="20335"/>
                </a:lnTo>
                <a:lnTo>
                  <a:pt x="155409" y="34644"/>
                </a:lnTo>
                <a:lnTo>
                  <a:pt x="754" y="39163"/>
                </a:lnTo>
                <a:lnTo>
                  <a:pt x="754" y="39163"/>
                </a:lnTo>
                <a:lnTo>
                  <a:pt x="0" y="43682"/>
                </a:lnTo>
                <a:lnTo>
                  <a:pt x="18860" y="79832"/>
                </a:lnTo>
                <a:lnTo>
                  <a:pt x="36212" y="91882"/>
                </a:lnTo>
                <a:lnTo>
                  <a:pt x="56581" y="128033"/>
                </a:lnTo>
                <a:lnTo>
                  <a:pt x="59599" y="131045"/>
                </a:lnTo>
                <a:lnTo>
                  <a:pt x="67142" y="137070"/>
                </a:lnTo>
                <a:lnTo>
                  <a:pt x="85248" y="149873"/>
                </a:lnTo>
                <a:lnTo>
                  <a:pt x="104863" y="149120"/>
                </a:lnTo>
                <a:lnTo>
                  <a:pt x="115425" y="167948"/>
                </a:lnTo>
                <a:lnTo>
                  <a:pt x="89021" y="200333"/>
                </a:lnTo>
                <a:lnTo>
                  <a:pt x="116179" y="224433"/>
                </a:lnTo>
                <a:lnTo>
                  <a:pt x="119197" y="239496"/>
                </a:lnTo>
                <a:lnTo>
                  <a:pt x="153146" y="259077"/>
                </a:lnTo>
                <a:lnTo>
                  <a:pt x="172006" y="577653"/>
                </a:lnTo>
                <a:lnTo>
                  <a:pt x="172761" y="597234"/>
                </a:lnTo>
                <a:lnTo>
                  <a:pt x="174269" y="616815"/>
                </a:lnTo>
                <a:lnTo>
                  <a:pt x="175024" y="636397"/>
                </a:lnTo>
                <a:lnTo>
                  <a:pt x="176533" y="656731"/>
                </a:lnTo>
                <a:lnTo>
                  <a:pt x="177288" y="676313"/>
                </a:lnTo>
                <a:lnTo>
                  <a:pt x="212745" y="674054"/>
                </a:lnTo>
                <a:lnTo>
                  <a:pt x="455666" y="654472"/>
                </a:lnTo>
                <a:lnTo>
                  <a:pt x="743098" y="626606"/>
                </a:lnTo>
                <a:lnTo>
                  <a:pt x="757432" y="655978"/>
                </a:lnTo>
                <a:lnTo>
                  <a:pt x="724237" y="708698"/>
                </a:lnTo>
                <a:lnTo>
                  <a:pt x="805714" y="696647"/>
                </a:lnTo>
                <a:lnTo>
                  <a:pt x="806469" y="696647"/>
                </a:lnTo>
                <a:lnTo>
                  <a:pt x="806469" y="690623"/>
                </a:lnTo>
                <a:lnTo>
                  <a:pt x="807978" y="655978"/>
                </a:lnTo>
                <a:lnTo>
                  <a:pt x="823066" y="637150"/>
                </a:lnTo>
                <a:lnTo>
                  <a:pt x="818539" y="616062"/>
                </a:lnTo>
                <a:lnTo>
                  <a:pt x="817785" y="615309"/>
                </a:lnTo>
                <a:lnTo>
                  <a:pt x="817030" y="614555"/>
                </a:lnTo>
                <a:lnTo>
                  <a:pt x="820048" y="604765"/>
                </a:lnTo>
                <a:lnTo>
                  <a:pt x="824574" y="606271"/>
                </a:lnTo>
                <a:lnTo>
                  <a:pt x="826837" y="612296"/>
                </a:lnTo>
                <a:lnTo>
                  <a:pt x="826083" y="614555"/>
                </a:lnTo>
                <a:lnTo>
                  <a:pt x="826083" y="615309"/>
                </a:lnTo>
                <a:lnTo>
                  <a:pt x="826083" y="621334"/>
                </a:lnTo>
                <a:lnTo>
                  <a:pt x="829100" y="622087"/>
                </a:lnTo>
                <a:lnTo>
                  <a:pt x="835136" y="614556"/>
                </a:lnTo>
                <a:lnTo>
                  <a:pt x="835136" y="613803"/>
                </a:lnTo>
                <a:lnTo>
                  <a:pt x="835890" y="611543"/>
                </a:lnTo>
                <a:lnTo>
                  <a:pt x="855505" y="599493"/>
                </a:lnTo>
                <a:lnTo>
                  <a:pt x="858523" y="597987"/>
                </a:lnTo>
                <a:lnTo>
                  <a:pt x="865313" y="536230"/>
                </a:lnTo>
                <a:lnTo>
                  <a:pt x="863804" y="533217"/>
                </a:lnTo>
                <a:lnTo>
                  <a:pt x="861540" y="532464"/>
                </a:lnTo>
                <a:lnTo>
                  <a:pt x="807977" y="488782"/>
                </a:lnTo>
                <a:lnTo>
                  <a:pt x="816276" y="472967"/>
                </a:lnTo>
                <a:lnTo>
                  <a:pt x="801188" y="430038"/>
                </a:lnTo>
                <a:lnTo>
                  <a:pt x="774028" y="408950"/>
                </a:lnTo>
                <a:lnTo>
                  <a:pt x="722728" y="386356"/>
                </a:lnTo>
                <a:lnTo>
                  <a:pt x="690289" y="359997"/>
                </a:lnTo>
                <a:lnTo>
                  <a:pt x="694061" y="305771"/>
                </a:lnTo>
                <a:lnTo>
                  <a:pt x="703868" y="255311"/>
                </a:lnTo>
                <a:lnTo>
                  <a:pt x="649550" y="258324"/>
                </a:lnTo>
                <a:lnTo>
                  <a:pt x="632953" y="241002"/>
                </a:lnTo>
                <a:lnTo>
                  <a:pt x="625409" y="206358"/>
                </a:lnTo>
                <a:lnTo>
                  <a:pt x="539406" y="134057"/>
                </a:lnTo>
                <a:lnTo>
                  <a:pt x="515265" y="67028"/>
                </a:lnTo>
                <a:lnTo>
                  <a:pt x="521300" y="33890"/>
                </a:lnTo>
                <a:lnTo>
                  <a:pt x="521300" y="33890"/>
                </a:lnTo>
                <a:lnTo>
                  <a:pt x="519791" y="32384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3B1F5A58-AA93-1014-3156-B35D6E4EF144}"/>
              </a:ext>
            </a:extLst>
          </p:cNvPr>
          <p:cNvSpPr/>
          <p:nvPr/>
        </p:nvSpPr>
        <p:spPr>
          <a:xfrm>
            <a:off x="4940561" y="2152323"/>
            <a:ext cx="1050142" cy="483511"/>
          </a:xfrm>
          <a:custGeom>
            <a:avLst/>
            <a:gdLst>
              <a:gd name="csX0" fmla="*/ 878138 w 1050142"/>
              <a:gd name="csY0" fmla="*/ 76820 h 483511"/>
              <a:gd name="csX1" fmla="*/ 854751 w 1050142"/>
              <a:gd name="csY1" fmla="*/ 53473 h 483511"/>
              <a:gd name="csX2" fmla="*/ 772520 w 1050142"/>
              <a:gd name="csY2" fmla="*/ 29373 h 483511"/>
              <a:gd name="csX3" fmla="*/ 746116 w 1050142"/>
              <a:gd name="csY3" fmla="*/ 28619 h 483511"/>
              <a:gd name="csX4" fmla="*/ 706132 w 1050142"/>
              <a:gd name="csY4" fmla="*/ 39916 h 483511"/>
              <a:gd name="csX5" fmla="*/ 658603 w 1050142"/>
              <a:gd name="csY5" fmla="*/ 9791 h 483511"/>
              <a:gd name="csX6" fmla="*/ 509984 w 1050142"/>
              <a:gd name="csY6" fmla="*/ 11297 h 483511"/>
              <a:gd name="csX7" fmla="*/ 293467 w 1050142"/>
              <a:gd name="csY7" fmla="*/ 9038 h 483511"/>
              <a:gd name="csX8" fmla="*/ 37721 w 1050142"/>
              <a:gd name="csY8" fmla="*/ 753 h 483511"/>
              <a:gd name="csX9" fmla="*/ 15089 w 1050142"/>
              <a:gd name="csY9" fmla="*/ 0 h 483511"/>
              <a:gd name="csX10" fmla="*/ 14334 w 1050142"/>
              <a:gd name="csY10" fmla="*/ 19581 h 483511"/>
              <a:gd name="csX11" fmla="*/ 11317 w 1050142"/>
              <a:gd name="csY11" fmla="*/ 78326 h 483511"/>
              <a:gd name="csX12" fmla="*/ 4527 w 1050142"/>
              <a:gd name="csY12" fmla="*/ 216149 h 483511"/>
              <a:gd name="csX13" fmla="*/ 755 w 1050142"/>
              <a:gd name="csY13" fmla="*/ 295228 h 483511"/>
              <a:gd name="csX14" fmla="*/ 0 w 1050142"/>
              <a:gd name="csY14" fmla="*/ 314809 h 483511"/>
              <a:gd name="csX15" fmla="*/ 18106 w 1050142"/>
              <a:gd name="csY15" fmla="*/ 315563 h 483511"/>
              <a:gd name="csX16" fmla="*/ 202183 w 1050142"/>
              <a:gd name="csY16" fmla="*/ 322341 h 483511"/>
              <a:gd name="csX17" fmla="*/ 238395 w 1050142"/>
              <a:gd name="csY17" fmla="*/ 323847 h 483511"/>
              <a:gd name="csX18" fmla="*/ 235377 w 1050142"/>
              <a:gd name="csY18" fmla="*/ 471461 h 483511"/>
              <a:gd name="csX19" fmla="*/ 234622 w 1050142"/>
              <a:gd name="csY19" fmla="*/ 481252 h 483511"/>
              <a:gd name="csX20" fmla="*/ 263290 w 1050142"/>
              <a:gd name="csY20" fmla="*/ 482005 h 483511"/>
              <a:gd name="csX21" fmla="*/ 365136 w 1050142"/>
              <a:gd name="csY21" fmla="*/ 483512 h 483511"/>
              <a:gd name="csX22" fmla="*/ 618619 w 1050142"/>
              <a:gd name="csY22" fmla="*/ 483512 h 483511"/>
              <a:gd name="csX23" fmla="*/ 746115 w 1050142"/>
              <a:gd name="csY23" fmla="*/ 480499 h 483511"/>
              <a:gd name="csX24" fmla="*/ 1024493 w 1050142"/>
              <a:gd name="csY24" fmla="*/ 469955 h 483511"/>
              <a:gd name="csX25" fmla="*/ 1050143 w 1050142"/>
              <a:gd name="csY25" fmla="*/ 468449 h 483511"/>
              <a:gd name="csX26" fmla="*/ 1047125 w 1050142"/>
              <a:gd name="csY26" fmla="*/ 465436 h 483511"/>
              <a:gd name="csX27" fmla="*/ 1026756 w 1050142"/>
              <a:gd name="csY27" fmla="*/ 429286 h 483511"/>
              <a:gd name="csX28" fmla="*/ 1009405 w 1050142"/>
              <a:gd name="csY28" fmla="*/ 417236 h 483511"/>
              <a:gd name="csX29" fmla="*/ 990544 w 1050142"/>
              <a:gd name="csY29" fmla="*/ 381086 h 483511"/>
              <a:gd name="csX30" fmla="*/ 991299 w 1050142"/>
              <a:gd name="csY30" fmla="*/ 376567 h 483511"/>
              <a:gd name="csX31" fmla="*/ 991299 w 1050142"/>
              <a:gd name="csY31" fmla="*/ 374307 h 483511"/>
              <a:gd name="csX32" fmla="*/ 967912 w 1050142"/>
              <a:gd name="csY32" fmla="*/ 279413 h 483511"/>
              <a:gd name="csX33" fmla="*/ 972439 w 1050142"/>
              <a:gd name="csY33" fmla="*/ 264350 h 483511"/>
              <a:gd name="csX34" fmla="*/ 946789 w 1050142"/>
              <a:gd name="csY34" fmla="*/ 228953 h 483511"/>
              <a:gd name="csX35" fmla="*/ 945280 w 1050142"/>
              <a:gd name="csY35" fmla="*/ 186777 h 483511"/>
              <a:gd name="csX36" fmla="*/ 921893 w 1050142"/>
              <a:gd name="csY36" fmla="*/ 149874 h 483511"/>
              <a:gd name="csX37" fmla="*/ 897752 w 1050142"/>
              <a:gd name="csY37" fmla="*/ 79079 h 483511"/>
              <a:gd name="csX38" fmla="*/ 892471 w 1050142"/>
              <a:gd name="csY38" fmla="*/ 78326 h 483511"/>
              <a:gd name="csX39" fmla="*/ 878137 w 1050142"/>
              <a:gd name="csY39" fmla="*/ 76820 h 4835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1050142" h="483511">
                <a:moveTo>
                  <a:pt x="878138" y="76820"/>
                </a:moveTo>
                <a:lnTo>
                  <a:pt x="854751" y="53473"/>
                </a:lnTo>
                <a:lnTo>
                  <a:pt x="772520" y="29373"/>
                </a:lnTo>
                <a:lnTo>
                  <a:pt x="746116" y="28619"/>
                </a:lnTo>
                <a:lnTo>
                  <a:pt x="706132" y="39916"/>
                </a:lnTo>
                <a:lnTo>
                  <a:pt x="658603" y="9791"/>
                </a:lnTo>
                <a:lnTo>
                  <a:pt x="509984" y="11297"/>
                </a:lnTo>
                <a:lnTo>
                  <a:pt x="293467" y="9038"/>
                </a:lnTo>
                <a:lnTo>
                  <a:pt x="37721" y="753"/>
                </a:lnTo>
                <a:lnTo>
                  <a:pt x="15089" y="0"/>
                </a:lnTo>
                <a:lnTo>
                  <a:pt x="14334" y="19581"/>
                </a:lnTo>
                <a:lnTo>
                  <a:pt x="11317" y="78326"/>
                </a:lnTo>
                <a:lnTo>
                  <a:pt x="4527" y="216149"/>
                </a:lnTo>
                <a:lnTo>
                  <a:pt x="755" y="295228"/>
                </a:lnTo>
                <a:lnTo>
                  <a:pt x="0" y="314809"/>
                </a:lnTo>
                <a:lnTo>
                  <a:pt x="18106" y="315563"/>
                </a:lnTo>
                <a:lnTo>
                  <a:pt x="202183" y="322341"/>
                </a:lnTo>
                <a:lnTo>
                  <a:pt x="238395" y="323847"/>
                </a:lnTo>
                <a:lnTo>
                  <a:pt x="235377" y="471461"/>
                </a:lnTo>
                <a:lnTo>
                  <a:pt x="234622" y="481252"/>
                </a:lnTo>
                <a:lnTo>
                  <a:pt x="263290" y="482005"/>
                </a:lnTo>
                <a:lnTo>
                  <a:pt x="365136" y="483512"/>
                </a:lnTo>
                <a:lnTo>
                  <a:pt x="618619" y="483512"/>
                </a:lnTo>
                <a:lnTo>
                  <a:pt x="746115" y="480499"/>
                </a:lnTo>
                <a:lnTo>
                  <a:pt x="1024493" y="469955"/>
                </a:lnTo>
                <a:lnTo>
                  <a:pt x="1050143" y="468449"/>
                </a:lnTo>
                <a:lnTo>
                  <a:pt x="1047125" y="465436"/>
                </a:lnTo>
                <a:lnTo>
                  <a:pt x="1026756" y="429286"/>
                </a:lnTo>
                <a:lnTo>
                  <a:pt x="1009405" y="417236"/>
                </a:lnTo>
                <a:lnTo>
                  <a:pt x="990544" y="381086"/>
                </a:lnTo>
                <a:lnTo>
                  <a:pt x="991299" y="376567"/>
                </a:lnTo>
                <a:lnTo>
                  <a:pt x="991299" y="374307"/>
                </a:lnTo>
                <a:lnTo>
                  <a:pt x="967912" y="279413"/>
                </a:lnTo>
                <a:lnTo>
                  <a:pt x="972439" y="264350"/>
                </a:lnTo>
                <a:lnTo>
                  <a:pt x="946789" y="228953"/>
                </a:lnTo>
                <a:lnTo>
                  <a:pt x="945280" y="186777"/>
                </a:lnTo>
                <a:lnTo>
                  <a:pt x="921893" y="149874"/>
                </a:lnTo>
                <a:lnTo>
                  <a:pt x="897752" y="79079"/>
                </a:lnTo>
                <a:lnTo>
                  <a:pt x="892471" y="78326"/>
                </a:lnTo>
                <a:lnTo>
                  <a:pt x="878137" y="76820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1F9C9622-8EEC-1BE4-473A-06AA02BB1266}"/>
              </a:ext>
            </a:extLst>
          </p:cNvPr>
          <p:cNvSpPr/>
          <p:nvPr/>
        </p:nvSpPr>
        <p:spPr>
          <a:xfrm>
            <a:off x="5041652" y="3086961"/>
            <a:ext cx="1110496" cy="530203"/>
          </a:xfrm>
          <a:custGeom>
            <a:avLst/>
            <a:gdLst>
              <a:gd name="csX0" fmla="*/ 1065988 w 1110496"/>
              <a:gd name="csY0" fmla="*/ 59498 h 530203"/>
              <a:gd name="csX1" fmla="*/ 1064479 w 1110496"/>
              <a:gd name="csY1" fmla="*/ 39163 h 530203"/>
              <a:gd name="csX2" fmla="*/ 1063724 w 1110496"/>
              <a:gd name="csY2" fmla="*/ 19582 h 530203"/>
              <a:gd name="csX3" fmla="*/ 1062215 w 1110496"/>
              <a:gd name="csY3" fmla="*/ 0 h 530203"/>
              <a:gd name="csX4" fmla="*/ 1033547 w 1110496"/>
              <a:gd name="csY4" fmla="*/ 2259 h 530203"/>
              <a:gd name="csX5" fmla="*/ 741589 w 1110496"/>
              <a:gd name="csY5" fmla="*/ 15816 h 530203"/>
              <a:gd name="csX6" fmla="*/ 331943 w 1110496"/>
              <a:gd name="csY6" fmla="*/ 21841 h 530203"/>
              <a:gd name="csX7" fmla="*/ 156919 w 1110496"/>
              <a:gd name="csY7" fmla="*/ 19582 h 530203"/>
              <a:gd name="csX8" fmla="*/ 124479 w 1110496"/>
              <a:gd name="csY8" fmla="*/ 18828 h 530203"/>
              <a:gd name="csX9" fmla="*/ 112409 w 1110496"/>
              <a:gd name="csY9" fmla="*/ 18828 h 530203"/>
              <a:gd name="csX10" fmla="*/ 64881 w 1110496"/>
              <a:gd name="csY10" fmla="*/ 17322 h 530203"/>
              <a:gd name="csX11" fmla="*/ 49792 w 1110496"/>
              <a:gd name="csY11" fmla="*/ 16568 h 530203"/>
              <a:gd name="csX12" fmla="*/ 18107 w 1110496"/>
              <a:gd name="csY12" fmla="*/ 15815 h 530203"/>
              <a:gd name="csX13" fmla="*/ 3019 w 1110496"/>
              <a:gd name="csY13" fmla="*/ 15062 h 530203"/>
              <a:gd name="csX14" fmla="*/ 2264 w 1110496"/>
              <a:gd name="csY14" fmla="*/ 34643 h 530203"/>
              <a:gd name="csX15" fmla="*/ 1509 w 1110496"/>
              <a:gd name="csY15" fmla="*/ 54224 h 530203"/>
              <a:gd name="csX16" fmla="*/ 755 w 1110496"/>
              <a:gd name="csY16" fmla="*/ 73806 h 530203"/>
              <a:gd name="csX17" fmla="*/ 0 w 1110496"/>
              <a:gd name="csY17" fmla="*/ 94140 h 530203"/>
              <a:gd name="csX18" fmla="*/ 4526 w 1110496"/>
              <a:gd name="csY18" fmla="*/ 94140 h 530203"/>
              <a:gd name="csX19" fmla="*/ 187095 w 1110496"/>
              <a:gd name="csY19" fmla="*/ 98659 h 530203"/>
              <a:gd name="csX20" fmla="*/ 380225 w 1110496"/>
              <a:gd name="csY20" fmla="*/ 100919 h 530203"/>
              <a:gd name="csX21" fmla="*/ 382487 w 1110496"/>
              <a:gd name="csY21" fmla="*/ 358490 h 530203"/>
              <a:gd name="csX22" fmla="*/ 396067 w 1110496"/>
              <a:gd name="csY22" fmla="*/ 403678 h 530203"/>
              <a:gd name="csX23" fmla="*/ 426244 w 1110496"/>
              <a:gd name="csY23" fmla="*/ 432297 h 530203"/>
              <a:gd name="csX24" fmla="*/ 458683 w 1110496"/>
              <a:gd name="csY24" fmla="*/ 433803 h 530203"/>
              <a:gd name="csX25" fmla="*/ 465473 w 1110496"/>
              <a:gd name="csY25" fmla="*/ 420247 h 530203"/>
              <a:gd name="csX26" fmla="*/ 509983 w 1110496"/>
              <a:gd name="csY26" fmla="*/ 460916 h 530203"/>
              <a:gd name="csX27" fmla="*/ 568073 w 1110496"/>
              <a:gd name="csY27" fmla="*/ 466941 h 530203"/>
              <a:gd name="csX28" fmla="*/ 578635 w 1110496"/>
              <a:gd name="csY28" fmla="*/ 478991 h 530203"/>
              <a:gd name="csX29" fmla="*/ 599759 w 1110496"/>
              <a:gd name="csY29" fmla="*/ 469200 h 530203"/>
              <a:gd name="csX30" fmla="*/ 652567 w 1110496"/>
              <a:gd name="csY30" fmla="*/ 494054 h 530203"/>
              <a:gd name="csX31" fmla="*/ 652567 w 1110496"/>
              <a:gd name="csY31" fmla="*/ 508363 h 530203"/>
              <a:gd name="csX32" fmla="*/ 672182 w 1110496"/>
              <a:gd name="csY32" fmla="*/ 507610 h 530203"/>
              <a:gd name="csX33" fmla="*/ 692551 w 1110496"/>
              <a:gd name="csY33" fmla="*/ 490288 h 530203"/>
              <a:gd name="csX34" fmla="*/ 730272 w 1110496"/>
              <a:gd name="csY34" fmla="*/ 514388 h 530203"/>
              <a:gd name="csX35" fmla="*/ 765730 w 1110496"/>
              <a:gd name="csY35" fmla="*/ 527191 h 530203"/>
              <a:gd name="csX36" fmla="*/ 789871 w 1110496"/>
              <a:gd name="csY36" fmla="*/ 494054 h 530203"/>
              <a:gd name="csX37" fmla="*/ 866821 w 1110496"/>
              <a:gd name="csY37" fmla="*/ 530204 h 530203"/>
              <a:gd name="csX38" fmla="*/ 895489 w 1110496"/>
              <a:gd name="csY38" fmla="*/ 506857 h 530203"/>
              <a:gd name="csX39" fmla="*/ 918875 w 1110496"/>
              <a:gd name="csY39" fmla="*/ 497819 h 530203"/>
              <a:gd name="csX40" fmla="*/ 937736 w 1110496"/>
              <a:gd name="csY40" fmla="*/ 502338 h 530203"/>
              <a:gd name="csX41" fmla="*/ 1008651 w 1110496"/>
              <a:gd name="csY41" fmla="*/ 482003 h 530203"/>
              <a:gd name="csX42" fmla="*/ 1046371 w 1110496"/>
              <a:gd name="csY42" fmla="*/ 497819 h 530203"/>
              <a:gd name="csX43" fmla="*/ 1080320 w 1110496"/>
              <a:gd name="csY43" fmla="*/ 519660 h 530203"/>
              <a:gd name="csX44" fmla="*/ 1109742 w 1110496"/>
              <a:gd name="csY44" fmla="*/ 524932 h 530203"/>
              <a:gd name="csX45" fmla="*/ 1110497 w 1110496"/>
              <a:gd name="csY45" fmla="*/ 524932 h 530203"/>
              <a:gd name="csX46" fmla="*/ 1109742 w 1110496"/>
              <a:gd name="csY46" fmla="*/ 491041 h 530203"/>
              <a:gd name="csX47" fmla="*/ 1101443 w 1110496"/>
              <a:gd name="csY47" fmla="*/ 286189 h 530203"/>
              <a:gd name="csX48" fmla="*/ 1100689 w 1110496"/>
              <a:gd name="csY48" fmla="*/ 252298 h 530203"/>
              <a:gd name="csX49" fmla="*/ 1071267 w 1110496"/>
              <a:gd name="csY49" fmla="*/ 100165 h 530203"/>
              <a:gd name="csX50" fmla="*/ 1066740 w 1110496"/>
              <a:gd name="csY50" fmla="*/ 79078 h 530203"/>
              <a:gd name="csX51" fmla="*/ 1065986 w 1110496"/>
              <a:gd name="csY51" fmla="*/ 59496 h 530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1110496" h="530203">
                <a:moveTo>
                  <a:pt x="1065988" y="59498"/>
                </a:moveTo>
                <a:lnTo>
                  <a:pt x="1064479" y="39163"/>
                </a:lnTo>
                <a:lnTo>
                  <a:pt x="1063724" y="19582"/>
                </a:lnTo>
                <a:lnTo>
                  <a:pt x="1062215" y="0"/>
                </a:lnTo>
                <a:lnTo>
                  <a:pt x="1033547" y="2259"/>
                </a:lnTo>
                <a:lnTo>
                  <a:pt x="741589" y="15816"/>
                </a:lnTo>
                <a:lnTo>
                  <a:pt x="331943" y="21841"/>
                </a:lnTo>
                <a:lnTo>
                  <a:pt x="156919" y="19582"/>
                </a:lnTo>
                <a:lnTo>
                  <a:pt x="124479" y="18828"/>
                </a:lnTo>
                <a:lnTo>
                  <a:pt x="112409" y="18828"/>
                </a:lnTo>
                <a:lnTo>
                  <a:pt x="64881" y="17322"/>
                </a:lnTo>
                <a:lnTo>
                  <a:pt x="49792" y="16568"/>
                </a:lnTo>
                <a:lnTo>
                  <a:pt x="18107" y="15815"/>
                </a:lnTo>
                <a:lnTo>
                  <a:pt x="3019" y="15062"/>
                </a:lnTo>
                <a:lnTo>
                  <a:pt x="2264" y="34643"/>
                </a:lnTo>
                <a:lnTo>
                  <a:pt x="1509" y="54224"/>
                </a:lnTo>
                <a:lnTo>
                  <a:pt x="755" y="73806"/>
                </a:lnTo>
                <a:lnTo>
                  <a:pt x="0" y="94140"/>
                </a:lnTo>
                <a:lnTo>
                  <a:pt x="4526" y="94140"/>
                </a:lnTo>
                <a:lnTo>
                  <a:pt x="187095" y="98659"/>
                </a:lnTo>
                <a:lnTo>
                  <a:pt x="380225" y="100919"/>
                </a:lnTo>
                <a:lnTo>
                  <a:pt x="382487" y="358490"/>
                </a:lnTo>
                <a:lnTo>
                  <a:pt x="396067" y="403678"/>
                </a:lnTo>
                <a:lnTo>
                  <a:pt x="426244" y="432297"/>
                </a:lnTo>
                <a:lnTo>
                  <a:pt x="458683" y="433803"/>
                </a:lnTo>
                <a:lnTo>
                  <a:pt x="465473" y="420247"/>
                </a:lnTo>
                <a:lnTo>
                  <a:pt x="509983" y="460916"/>
                </a:lnTo>
                <a:lnTo>
                  <a:pt x="568073" y="466941"/>
                </a:lnTo>
                <a:lnTo>
                  <a:pt x="578635" y="478991"/>
                </a:lnTo>
                <a:lnTo>
                  <a:pt x="599759" y="469200"/>
                </a:lnTo>
                <a:lnTo>
                  <a:pt x="652567" y="494054"/>
                </a:lnTo>
                <a:lnTo>
                  <a:pt x="652567" y="508363"/>
                </a:lnTo>
                <a:lnTo>
                  <a:pt x="672182" y="507610"/>
                </a:lnTo>
                <a:lnTo>
                  <a:pt x="692551" y="490288"/>
                </a:lnTo>
                <a:lnTo>
                  <a:pt x="730272" y="514388"/>
                </a:lnTo>
                <a:lnTo>
                  <a:pt x="765730" y="527191"/>
                </a:lnTo>
                <a:lnTo>
                  <a:pt x="789871" y="494054"/>
                </a:lnTo>
                <a:lnTo>
                  <a:pt x="866821" y="530204"/>
                </a:lnTo>
                <a:lnTo>
                  <a:pt x="895489" y="506857"/>
                </a:lnTo>
                <a:lnTo>
                  <a:pt x="918875" y="497819"/>
                </a:lnTo>
                <a:lnTo>
                  <a:pt x="937736" y="502338"/>
                </a:lnTo>
                <a:lnTo>
                  <a:pt x="1008651" y="482003"/>
                </a:lnTo>
                <a:lnTo>
                  <a:pt x="1046371" y="497819"/>
                </a:lnTo>
                <a:lnTo>
                  <a:pt x="1080320" y="519660"/>
                </a:lnTo>
                <a:lnTo>
                  <a:pt x="1109742" y="524932"/>
                </a:lnTo>
                <a:lnTo>
                  <a:pt x="1110497" y="524932"/>
                </a:lnTo>
                <a:lnTo>
                  <a:pt x="1109742" y="491041"/>
                </a:lnTo>
                <a:lnTo>
                  <a:pt x="1101443" y="286189"/>
                </a:lnTo>
                <a:lnTo>
                  <a:pt x="1100689" y="252298"/>
                </a:lnTo>
                <a:lnTo>
                  <a:pt x="1071267" y="100165"/>
                </a:lnTo>
                <a:lnTo>
                  <a:pt x="1066740" y="79078"/>
                </a:lnTo>
                <a:lnTo>
                  <a:pt x="1065986" y="59496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B1464B8A-7A5B-3CCC-285B-CB1B2AE8114A}"/>
              </a:ext>
            </a:extLst>
          </p:cNvPr>
          <p:cNvSpPr/>
          <p:nvPr/>
        </p:nvSpPr>
        <p:spPr>
          <a:xfrm>
            <a:off x="4955649" y="1688394"/>
            <a:ext cx="877382" cy="542256"/>
          </a:xfrm>
          <a:custGeom>
            <a:avLst/>
            <a:gdLst>
              <a:gd name="csX0" fmla="*/ 820803 w 877382"/>
              <a:gd name="csY0" fmla="*/ 4519 h 542256"/>
              <a:gd name="csX1" fmla="*/ 693307 w 877382"/>
              <a:gd name="csY1" fmla="*/ 8284 h 542256"/>
              <a:gd name="csX2" fmla="*/ 386261 w 877382"/>
              <a:gd name="csY2" fmla="*/ 10544 h 542256"/>
              <a:gd name="csX3" fmla="*/ 53564 w 877382"/>
              <a:gd name="csY3" fmla="*/ 1506 h 542256"/>
              <a:gd name="csX4" fmla="*/ 24142 w 877382"/>
              <a:gd name="csY4" fmla="*/ 0 h 542256"/>
              <a:gd name="csX5" fmla="*/ 23388 w 877382"/>
              <a:gd name="csY5" fmla="*/ 17322 h 542256"/>
              <a:gd name="csX6" fmla="*/ 20370 w 877382"/>
              <a:gd name="csY6" fmla="*/ 85857 h 542256"/>
              <a:gd name="csX7" fmla="*/ 18107 w 877382"/>
              <a:gd name="csY7" fmla="*/ 137823 h 542256"/>
              <a:gd name="csX8" fmla="*/ 17352 w 877382"/>
              <a:gd name="csY8" fmla="*/ 148367 h 542256"/>
              <a:gd name="csX9" fmla="*/ 15089 w 877382"/>
              <a:gd name="csY9" fmla="*/ 148367 h 542256"/>
              <a:gd name="csX10" fmla="*/ 14334 w 877382"/>
              <a:gd name="csY10" fmla="*/ 167949 h 542256"/>
              <a:gd name="csX11" fmla="*/ 6790 w 877382"/>
              <a:gd name="csY11" fmla="*/ 326106 h 542256"/>
              <a:gd name="csX12" fmla="*/ 755 w 877382"/>
              <a:gd name="csY12" fmla="*/ 443595 h 542256"/>
              <a:gd name="csX13" fmla="*/ 0 w 877382"/>
              <a:gd name="csY13" fmla="*/ 463930 h 542256"/>
              <a:gd name="csX14" fmla="*/ 22632 w 877382"/>
              <a:gd name="csY14" fmla="*/ 464683 h 542256"/>
              <a:gd name="csX15" fmla="*/ 278379 w 877382"/>
              <a:gd name="csY15" fmla="*/ 472968 h 542256"/>
              <a:gd name="csX16" fmla="*/ 494895 w 877382"/>
              <a:gd name="csY16" fmla="*/ 475227 h 542256"/>
              <a:gd name="csX17" fmla="*/ 643515 w 877382"/>
              <a:gd name="csY17" fmla="*/ 473721 h 542256"/>
              <a:gd name="csX18" fmla="*/ 691042 w 877382"/>
              <a:gd name="csY18" fmla="*/ 503846 h 542256"/>
              <a:gd name="csX19" fmla="*/ 731026 w 877382"/>
              <a:gd name="csY19" fmla="*/ 492549 h 542256"/>
              <a:gd name="csX20" fmla="*/ 757431 w 877382"/>
              <a:gd name="csY20" fmla="*/ 493302 h 542256"/>
              <a:gd name="csX21" fmla="*/ 839662 w 877382"/>
              <a:gd name="csY21" fmla="*/ 517403 h 542256"/>
              <a:gd name="csX22" fmla="*/ 863049 w 877382"/>
              <a:gd name="csY22" fmla="*/ 540750 h 542256"/>
              <a:gd name="csX23" fmla="*/ 877383 w 877382"/>
              <a:gd name="csY23" fmla="*/ 542256 h 542256"/>
              <a:gd name="csX24" fmla="*/ 877383 w 877382"/>
              <a:gd name="csY24" fmla="*/ 536984 h 542256"/>
              <a:gd name="csX25" fmla="*/ 860786 w 877382"/>
              <a:gd name="csY25" fmla="*/ 512131 h 542256"/>
              <a:gd name="csX26" fmla="*/ 871348 w 877382"/>
              <a:gd name="csY26" fmla="*/ 472215 h 542256"/>
              <a:gd name="csX27" fmla="*/ 858522 w 877382"/>
              <a:gd name="csY27" fmla="*/ 388617 h 542256"/>
              <a:gd name="csX28" fmla="*/ 874365 w 877382"/>
              <a:gd name="csY28" fmla="*/ 387864 h 542256"/>
              <a:gd name="csX29" fmla="*/ 872856 w 877382"/>
              <a:gd name="csY29" fmla="*/ 353219 h 542256"/>
              <a:gd name="csX30" fmla="*/ 835135 w 877382"/>
              <a:gd name="csY30" fmla="*/ 88117 h 542256"/>
              <a:gd name="csX31" fmla="*/ 815521 w 877382"/>
              <a:gd name="csY31" fmla="*/ 54979 h 542256"/>
              <a:gd name="csX32" fmla="*/ 845697 w 877382"/>
              <a:gd name="csY32" fmla="*/ 5272 h 542256"/>
              <a:gd name="csX33" fmla="*/ 846452 w 877382"/>
              <a:gd name="csY33" fmla="*/ 3013 h 542256"/>
              <a:gd name="csX34" fmla="*/ 820802 w 877382"/>
              <a:gd name="csY34" fmla="*/ 4519 h 5422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877382" h="542256">
                <a:moveTo>
                  <a:pt x="820803" y="4519"/>
                </a:moveTo>
                <a:lnTo>
                  <a:pt x="693307" y="8284"/>
                </a:lnTo>
                <a:lnTo>
                  <a:pt x="386261" y="10544"/>
                </a:lnTo>
                <a:lnTo>
                  <a:pt x="53564" y="1506"/>
                </a:lnTo>
                <a:lnTo>
                  <a:pt x="24142" y="0"/>
                </a:lnTo>
                <a:lnTo>
                  <a:pt x="23388" y="17322"/>
                </a:lnTo>
                <a:lnTo>
                  <a:pt x="20370" y="85857"/>
                </a:lnTo>
                <a:lnTo>
                  <a:pt x="18107" y="137823"/>
                </a:lnTo>
                <a:lnTo>
                  <a:pt x="17352" y="148367"/>
                </a:lnTo>
                <a:lnTo>
                  <a:pt x="15089" y="148367"/>
                </a:lnTo>
                <a:lnTo>
                  <a:pt x="14334" y="167949"/>
                </a:lnTo>
                <a:lnTo>
                  <a:pt x="6790" y="326106"/>
                </a:lnTo>
                <a:lnTo>
                  <a:pt x="755" y="443595"/>
                </a:lnTo>
                <a:lnTo>
                  <a:pt x="0" y="463930"/>
                </a:lnTo>
                <a:lnTo>
                  <a:pt x="22632" y="464683"/>
                </a:lnTo>
                <a:lnTo>
                  <a:pt x="278379" y="472968"/>
                </a:lnTo>
                <a:lnTo>
                  <a:pt x="494895" y="475227"/>
                </a:lnTo>
                <a:lnTo>
                  <a:pt x="643515" y="473721"/>
                </a:lnTo>
                <a:lnTo>
                  <a:pt x="691042" y="503846"/>
                </a:lnTo>
                <a:lnTo>
                  <a:pt x="731026" y="492549"/>
                </a:lnTo>
                <a:lnTo>
                  <a:pt x="757431" y="493302"/>
                </a:lnTo>
                <a:lnTo>
                  <a:pt x="839662" y="517403"/>
                </a:lnTo>
                <a:lnTo>
                  <a:pt x="863049" y="540750"/>
                </a:lnTo>
                <a:lnTo>
                  <a:pt x="877383" y="542256"/>
                </a:lnTo>
                <a:lnTo>
                  <a:pt x="877383" y="536984"/>
                </a:lnTo>
                <a:lnTo>
                  <a:pt x="860786" y="512131"/>
                </a:lnTo>
                <a:lnTo>
                  <a:pt x="871348" y="472215"/>
                </a:lnTo>
                <a:lnTo>
                  <a:pt x="858522" y="388617"/>
                </a:lnTo>
                <a:lnTo>
                  <a:pt x="874365" y="387864"/>
                </a:lnTo>
                <a:lnTo>
                  <a:pt x="872856" y="353219"/>
                </a:lnTo>
                <a:lnTo>
                  <a:pt x="835135" y="88117"/>
                </a:lnTo>
                <a:lnTo>
                  <a:pt x="815521" y="54979"/>
                </a:lnTo>
                <a:lnTo>
                  <a:pt x="845697" y="5272"/>
                </a:lnTo>
                <a:lnTo>
                  <a:pt x="846452" y="3013"/>
                </a:lnTo>
                <a:lnTo>
                  <a:pt x="820802" y="4519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70A27529-76BA-12A9-516C-09CA95AF25B4}"/>
              </a:ext>
            </a:extLst>
          </p:cNvPr>
          <p:cNvSpPr/>
          <p:nvPr/>
        </p:nvSpPr>
        <p:spPr>
          <a:xfrm>
            <a:off x="6217029" y="3674404"/>
            <a:ext cx="740833" cy="614556"/>
          </a:xfrm>
          <a:custGeom>
            <a:avLst/>
            <a:gdLst>
              <a:gd name="csX0" fmla="*/ 508475 w 740833"/>
              <a:gd name="csY0" fmla="*/ 607778 h 614556"/>
              <a:gd name="csX1" fmla="*/ 498668 w 740833"/>
              <a:gd name="csY1" fmla="*/ 610038 h 614556"/>
              <a:gd name="csX2" fmla="*/ 494141 w 740833"/>
              <a:gd name="csY2" fmla="*/ 614556 h 614556"/>
              <a:gd name="csX3" fmla="*/ 508475 w 740833"/>
              <a:gd name="csY3" fmla="*/ 607778 h 614556"/>
              <a:gd name="csX4" fmla="*/ 540160 w 740833"/>
              <a:gd name="csY4" fmla="*/ 607778 h 614556"/>
              <a:gd name="csX5" fmla="*/ 534879 w 740833"/>
              <a:gd name="csY5" fmla="*/ 605519 h 614556"/>
              <a:gd name="csX6" fmla="*/ 533371 w 740833"/>
              <a:gd name="csY6" fmla="*/ 607778 h 614556"/>
              <a:gd name="csX7" fmla="*/ 540160 w 740833"/>
              <a:gd name="csY7" fmla="*/ 607778 h 614556"/>
              <a:gd name="csX8" fmla="*/ 558266 w 740833"/>
              <a:gd name="csY8" fmla="*/ 601753 h 614556"/>
              <a:gd name="csX9" fmla="*/ 552985 w 740833"/>
              <a:gd name="csY9" fmla="*/ 601753 h 614556"/>
              <a:gd name="csX10" fmla="*/ 549968 w 740833"/>
              <a:gd name="csY10" fmla="*/ 605519 h 614556"/>
              <a:gd name="csX11" fmla="*/ 558266 w 740833"/>
              <a:gd name="csY11" fmla="*/ 601753 h 614556"/>
              <a:gd name="csX12" fmla="*/ 549213 w 740833"/>
              <a:gd name="csY12" fmla="*/ 596481 h 614556"/>
              <a:gd name="csX13" fmla="*/ 547704 w 740833"/>
              <a:gd name="csY13" fmla="*/ 594222 h 614556"/>
              <a:gd name="csX14" fmla="*/ 546949 w 740833"/>
              <a:gd name="csY14" fmla="*/ 596481 h 614556"/>
              <a:gd name="csX15" fmla="*/ 549213 w 740833"/>
              <a:gd name="csY15" fmla="*/ 596481 h 614556"/>
              <a:gd name="csX16" fmla="*/ 609566 w 740833"/>
              <a:gd name="csY16" fmla="*/ 556565 h 614556"/>
              <a:gd name="csX17" fmla="*/ 607303 w 740833"/>
              <a:gd name="csY17" fmla="*/ 558071 h 614556"/>
              <a:gd name="csX18" fmla="*/ 611075 w 740833"/>
              <a:gd name="csY18" fmla="*/ 558071 h 614556"/>
              <a:gd name="csX19" fmla="*/ 609566 w 740833"/>
              <a:gd name="csY19" fmla="*/ 556565 h 614556"/>
              <a:gd name="csX20" fmla="*/ 715184 w 740833"/>
              <a:gd name="csY20" fmla="*/ 512130 h 614556"/>
              <a:gd name="csX21" fmla="*/ 719710 w 740833"/>
              <a:gd name="csY21" fmla="*/ 506105 h 614556"/>
              <a:gd name="csX22" fmla="*/ 714429 w 740833"/>
              <a:gd name="csY22" fmla="*/ 512883 h 614556"/>
              <a:gd name="csX23" fmla="*/ 715184 w 740833"/>
              <a:gd name="csY23" fmla="*/ 512130 h 614556"/>
              <a:gd name="csX24" fmla="*/ 730272 w 740833"/>
              <a:gd name="csY24" fmla="*/ 492549 h 614556"/>
              <a:gd name="csX25" fmla="*/ 728764 w 740833"/>
              <a:gd name="csY25" fmla="*/ 493302 h 614556"/>
              <a:gd name="csX26" fmla="*/ 728764 w 740833"/>
              <a:gd name="csY26" fmla="*/ 494056 h 614556"/>
              <a:gd name="csX27" fmla="*/ 730272 w 740833"/>
              <a:gd name="csY27" fmla="*/ 492549 h 614556"/>
              <a:gd name="csX28" fmla="*/ 342504 w 740833"/>
              <a:gd name="csY28" fmla="*/ 558824 h 614556"/>
              <a:gd name="csX29" fmla="*/ 353820 w 740833"/>
              <a:gd name="csY29" fmla="*/ 544515 h 614556"/>
              <a:gd name="csX30" fmla="*/ 322889 w 740833"/>
              <a:gd name="csY30" fmla="*/ 536230 h 614556"/>
              <a:gd name="csX31" fmla="*/ 309310 w 740833"/>
              <a:gd name="csY31" fmla="*/ 547528 h 614556"/>
              <a:gd name="csX32" fmla="*/ 342504 w 740833"/>
              <a:gd name="csY32" fmla="*/ 558824 h 614556"/>
              <a:gd name="csX33" fmla="*/ 655585 w 740833"/>
              <a:gd name="csY33" fmla="*/ 493302 h 614556"/>
              <a:gd name="csX34" fmla="*/ 652568 w 740833"/>
              <a:gd name="csY34" fmla="*/ 490289 h 614556"/>
              <a:gd name="csX35" fmla="*/ 651813 w 740833"/>
              <a:gd name="csY35" fmla="*/ 491796 h 614556"/>
              <a:gd name="csX36" fmla="*/ 655585 w 740833"/>
              <a:gd name="csY36" fmla="*/ 493302 h 614556"/>
              <a:gd name="csX37" fmla="*/ 663884 w 740833"/>
              <a:gd name="csY37" fmla="*/ 479746 h 614556"/>
              <a:gd name="csX38" fmla="*/ 656339 w 740833"/>
              <a:gd name="csY38" fmla="*/ 477486 h 614556"/>
              <a:gd name="csX39" fmla="*/ 658603 w 740833"/>
              <a:gd name="csY39" fmla="*/ 485017 h 614556"/>
              <a:gd name="csX40" fmla="*/ 663884 w 740833"/>
              <a:gd name="csY40" fmla="*/ 479746 h 614556"/>
              <a:gd name="csX41" fmla="*/ 725746 w 740833"/>
              <a:gd name="csY41" fmla="*/ 466942 h 614556"/>
              <a:gd name="csX42" fmla="*/ 725746 w 740833"/>
              <a:gd name="csY42" fmla="*/ 464683 h 614556"/>
              <a:gd name="csX43" fmla="*/ 725746 w 740833"/>
              <a:gd name="csY43" fmla="*/ 465436 h 614556"/>
              <a:gd name="csX44" fmla="*/ 725746 w 740833"/>
              <a:gd name="csY44" fmla="*/ 466943 h 614556"/>
              <a:gd name="csX45" fmla="*/ 740834 w 740833"/>
              <a:gd name="csY45" fmla="*/ 457152 h 614556"/>
              <a:gd name="csX46" fmla="*/ 740079 w 740833"/>
              <a:gd name="csY46" fmla="*/ 456398 h 614556"/>
              <a:gd name="csX47" fmla="*/ 740834 w 740833"/>
              <a:gd name="csY47" fmla="*/ 457905 h 614556"/>
              <a:gd name="csX48" fmla="*/ 740834 w 740833"/>
              <a:gd name="csY48" fmla="*/ 457151 h 614556"/>
              <a:gd name="csX49" fmla="*/ 734799 w 740833"/>
              <a:gd name="csY49" fmla="*/ 455645 h 614556"/>
              <a:gd name="csX50" fmla="*/ 733290 w 740833"/>
              <a:gd name="csY50" fmla="*/ 454892 h 614556"/>
              <a:gd name="csX51" fmla="*/ 732535 w 740833"/>
              <a:gd name="csY51" fmla="*/ 457151 h 614556"/>
              <a:gd name="csX52" fmla="*/ 734798 w 740833"/>
              <a:gd name="csY52" fmla="*/ 455645 h 614556"/>
              <a:gd name="csX53" fmla="*/ 681990 w 740833"/>
              <a:gd name="csY53" fmla="*/ 453386 h 614556"/>
              <a:gd name="csX54" fmla="*/ 688780 w 740833"/>
              <a:gd name="csY54" fmla="*/ 451127 h 614556"/>
              <a:gd name="csX55" fmla="*/ 688780 w 740833"/>
              <a:gd name="csY55" fmla="*/ 448867 h 614556"/>
              <a:gd name="csX56" fmla="*/ 681990 w 740833"/>
              <a:gd name="csY56" fmla="*/ 453386 h 614556"/>
              <a:gd name="csX57" fmla="*/ 685762 w 740833"/>
              <a:gd name="csY57" fmla="*/ 449620 h 614556"/>
              <a:gd name="csX58" fmla="*/ 689534 w 740833"/>
              <a:gd name="csY58" fmla="*/ 445855 h 614556"/>
              <a:gd name="csX59" fmla="*/ 688779 w 740833"/>
              <a:gd name="csY59" fmla="*/ 445101 h 614556"/>
              <a:gd name="csX60" fmla="*/ 685762 w 740833"/>
              <a:gd name="csY60" fmla="*/ 449620 h 614556"/>
              <a:gd name="csX61" fmla="*/ 659358 w 740833"/>
              <a:gd name="csY61" fmla="*/ 421754 h 614556"/>
              <a:gd name="csX62" fmla="*/ 657848 w 740833"/>
              <a:gd name="csY62" fmla="*/ 423261 h 614556"/>
              <a:gd name="csX63" fmla="*/ 658603 w 740833"/>
              <a:gd name="csY63" fmla="*/ 423261 h 614556"/>
              <a:gd name="csX64" fmla="*/ 659358 w 740833"/>
              <a:gd name="csY64" fmla="*/ 421754 h 614556"/>
              <a:gd name="csX65" fmla="*/ 380979 w 740833"/>
              <a:gd name="csY65" fmla="*/ 0 h 614556"/>
              <a:gd name="csX66" fmla="*/ 379470 w 740833"/>
              <a:gd name="csY66" fmla="*/ 0 h 614556"/>
              <a:gd name="csX67" fmla="*/ 95056 w 740833"/>
              <a:gd name="csY67" fmla="*/ 26360 h 614556"/>
              <a:gd name="csX68" fmla="*/ 23387 w 740833"/>
              <a:gd name="csY68" fmla="*/ 31632 h 614556"/>
              <a:gd name="csX69" fmla="*/ 0 w 740833"/>
              <a:gd name="csY69" fmla="*/ 33891 h 614556"/>
              <a:gd name="csX70" fmla="*/ 755 w 740833"/>
              <a:gd name="csY70" fmla="*/ 51966 h 614556"/>
              <a:gd name="csX71" fmla="*/ 15843 w 740833"/>
              <a:gd name="csY71" fmla="*/ 197321 h 614556"/>
              <a:gd name="csX72" fmla="*/ 40739 w 740833"/>
              <a:gd name="csY72" fmla="*/ 231965 h 614556"/>
              <a:gd name="csX73" fmla="*/ 41493 w 740833"/>
              <a:gd name="csY73" fmla="*/ 252300 h 614556"/>
              <a:gd name="csX74" fmla="*/ 65635 w 740833"/>
              <a:gd name="csY74" fmla="*/ 294475 h 614556"/>
              <a:gd name="csX75" fmla="*/ 85249 w 740833"/>
              <a:gd name="csY75" fmla="*/ 356232 h 614556"/>
              <a:gd name="csX76" fmla="*/ 78460 w 740833"/>
              <a:gd name="csY76" fmla="*/ 390876 h 614556"/>
              <a:gd name="csX77" fmla="*/ 73179 w 740833"/>
              <a:gd name="csY77" fmla="*/ 476733 h 614556"/>
              <a:gd name="csX78" fmla="*/ 61863 w 740833"/>
              <a:gd name="csY78" fmla="*/ 504599 h 614556"/>
              <a:gd name="csX79" fmla="*/ 63371 w 740833"/>
              <a:gd name="csY79" fmla="*/ 504599 h 614556"/>
              <a:gd name="csX80" fmla="*/ 65635 w 740833"/>
              <a:gd name="csY80" fmla="*/ 524180 h 614556"/>
              <a:gd name="csX81" fmla="*/ 52810 w 740833"/>
              <a:gd name="csY81" fmla="*/ 542256 h 614556"/>
              <a:gd name="csX82" fmla="*/ 146357 w 740833"/>
              <a:gd name="csY82" fmla="*/ 531712 h 614556"/>
              <a:gd name="csX83" fmla="*/ 219535 w 740833"/>
              <a:gd name="csY83" fmla="*/ 552046 h 614556"/>
              <a:gd name="csX84" fmla="*/ 271590 w 740833"/>
              <a:gd name="csY84" fmla="*/ 558824 h 614556"/>
              <a:gd name="csX85" fmla="*/ 297994 w 740833"/>
              <a:gd name="csY85" fmla="*/ 539996 h 614556"/>
              <a:gd name="csX86" fmla="*/ 283660 w 740833"/>
              <a:gd name="csY86" fmla="*/ 521168 h 614556"/>
              <a:gd name="csX87" fmla="*/ 331942 w 740833"/>
              <a:gd name="csY87" fmla="*/ 506105 h 614556"/>
              <a:gd name="csX88" fmla="*/ 330434 w 740833"/>
              <a:gd name="csY88" fmla="*/ 522674 h 614556"/>
              <a:gd name="csX89" fmla="*/ 355329 w 740833"/>
              <a:gd name="csY89" fmla="*/ 516649 h 614556"/>
              <a:gd name="csX90" fmla="*/ 375699 w 740833"/>
              <a:gd name="csY90" fmla="*/ 548281 h 614556"/>
              <a:gd name="csX91" fmla="*/ 393050 w 740833"/>
              <a:gd name="csY91" fmla="*/ 542256 h 614556"/>
              <a:gd name="csX92" fmla="*/ 438315 w 740833"/>
              <a:gd name="csY92" fmla="*/ 573134 h 614556"/>
              <a:gd name="csX93" fmla="*/ 410402 w 740833"/>
              <a:gd name="csY93" fmla="*/ 582925 h 614556"/>
              <a:gd name="csX94" fmla="*/ 474527 w 740833"/>
              <a:gd name="csY94" fmla="*/ 601753 h 614556"/>
              <a:gd name="csX95" fmla="*/ 498668 w 740833"/>
              <a:gd name="csY95" fmla="*/ 601753 h 614556"/>
              <a:gd name="csX96" fmla="*/ 513002 w 740833"/>
              <a:gd name="csY96" fmla="*/ 584431 h 614556"/>
              <a:gd name="csX97" fmla="*/ 543933 w 740833"/>
              <a:gd name="csY97" fmla="*/ 567862 h 614556"/>
              <a:gd name="csX98" fmla="*/ 565811 w 740833"/>
              <a:gd name="csY98" fmla="*/ 599494 h 614556"/>
              <a:gd name="csX99" fmla="*/ 580899 w 740833"/>
              <a:gd name="csY99" fmla="*/ 570875 h 614556"/>
              <a:gd name="csX100" fmla="*/ 576373 w 740833"/>
              <a:gd name="csY100" fmla="*/ 525687 h 614556"/>
              <a:gd name="csX101" fmla="*/ 617111 w 740833"/>
              <a:gd name="csY101" fmla="*/ 541502 h 614556"/>
              <a:gd name="csX102" fmla="*/ 621637 w 740833"/>
              <a:gd name="csY102" fmla="*/ 555059 h 614556"/>
              <a:gd name="csX103" fmla="*/ 669920 w 740833"/>
              <a:gd name="csY103" fmla="*/ 561084 h 614556"/>
              <a:gd name="csX104" fmla="*/ 694061 w 740833"/>
              <a:gd name="csY104" fmla="*/ 580665 h 614556"/>
              <a:gd name="csX105" fmla="*/ 691043 w 740833"/>
              <a:gd name="csY105" fmla="*/ 596481 h 614556"/>
              <a:gd name="csX106" fmla="*/ 724992 w 740833"/>
              <a:gd name="csY106" fmla="*/ 564850 h 614556"/>
              <a:gd name="csX107" fmla="*/ 712167 w 740833"/>
              <a:gd name="csY107" fmla="*/ 548281 h 614556"/>
              <a:gd name="csX108" fmla="*/ 655586 w 740833"/>
              <a:gd name="csY108" fmla="*/ 533971 h 614556"/>
              <a:gd name="csX109" fmla="*/ 634463 w 740833"/>
              <a:gd name="csY109" fmla="*/ 521921 h 614556"/>
              <a:gd name="csX110" fmla="*/ 633708 w 740833"/>
              <a:gd name="csY110" fmla="*/ 499327 h 614556"/>
              <a:gd name="csX111" fmla="*/ 657095 w 740833"/>
              <a:gd name="csY111" fmla="*/ 502340 h 614556"/>
              <a:gd name="csX112" fmla="*/ 675200 w 740833"/>
              <a:gd name="csY112" fmla="*/ 465436 h 614556"/>
              <a:gd name="csX113" fmla="*/ 651813 w 740833"/>
              <a:gd name="csY113" fmla="*/ 433051 h 614556"/>
              <a:gd name="csX114" fmla="*/ 638989 w 740833"/>
              <a:gd name="csY114" fmla="*/ 463930 h 614556"/>
              <a:gd name="csX115" fmla="*/ 609567 w 740833"/>
              <a:gd name="csY115" fmla="*/ 458658 h 614556"/>
              <a:gd name="csX116" fmla="*/ 629935 w 740833"/>
              <a:gd name="csY116" fmla="*/ 425520 h 614556"/>
              <a:gd name="csX117" fmla="*/ 616356 w 740833"/>
              <a:gd name="csY117" fmla="*/ 421754 h 614556"/>
              <a:gd name="csX118" fmla="*/ 583162 w 740833"/>
              <a:gd name="csY118" fmla="*/ 445101 h 614556"/>
              <a:gd name="csX119" fmla="*/ 535634 w 740833"/>
              <a:gd name="csY119" fmla="*/ 448114 h 614556"/>
              <a:gd name="csX120" fmla="*/ 522054 w 740833"/>
              <a:gd name="csY120" fmla="*/ 437570 h 614556"/>
              <a:gd name="csX121" fmla="*/ 543932 w 740833"/>
              <a:gd name="csY121" fmla="*/ 399160 h 614556"/>
              <a:gd name="csX122" fmla="*/ 569583 w 740833"/>
              <a:gd name="csY122" fmla="*/ 398407 h 614556"/>
              <a:gd name="csX123" fmla="*/ 613338 w 740833"/>
              <a:gd name="csY123" fmla="*/ 412717 h 614556"/>
              <a:gd name="csX124" fmla="*/ 645024 w 740833"/>
              <a:gd name="csY124" fmla="*/ 415729 h 614556"/>
              <a:gd name="csX125" fmla="*/ 645024 w 740833"/>
              <a:gd name="csY125" fmla="*/ 415729 h 614556"/>
              <a:gd name="csX126" fmla="*/ 627673 w 740833"/>
              <a:gd name="csY126" fmla="*/ 393888 h 614556"/>
              <a:gd name="csX127" fmla="*/ 594478 w 740833"/>
              <a:gd name="csY127" fmla="*/ 329119 h 614556"/>
              <a:gd name="csX128" fmla="*/ 603531 w 740833"/>
              <a:gd name="csY128" fmla="*/ 292968 h 614556"/>
              <a:gd name="csX129" fmla="*/ 343258 w 740833"/>
              <a:gd name="csY129" fmla="*/ 321587 h 614556"/>
              <a:gd name="csX130" fmla="*/ 353066 w 740833"/>
              <a:gd name="csY130" fmla="*/ 311797 h 614556"/>
              <a:gd name="csX131" fmla="*/ 342504 w 740833"/>
              <a:gd name="csY131" fmla="*/ 284684 h 614556"/>
              <a:gd name="csX132" fmla="*/ 358347 w 740833"/>
              <a:gd name="csY132" fmla="*/ 261337 h 614556"/>
              <a:gd name="csX133" fmla="*/ 367400 w 740833"/>
              <a:gd name="csY133" fmla="*/ 202592 h 614556"/>
              <a:gd name="csX134" fmla="*/ 424735 w 740833"/>
              <a:gd name="csY134" fmla="*/ 104685 h 614556"/>
              <a:gd name="csX135" fmla="*/ 396822 w 740833"/>
              <a:gd name="csY135" fmla="*/ 70794 h 614556"/>
              <a:gd name="csX136" fmla="*/ 398331 w 740833"/>
              <a:gd name="csY136" fmla="*/ 45941 h 614556"/>
              <a:gd name="csX137" fmla="*/ 380979 w 740833"/>
              <a:gd name="csY137" fmla="*/ 5272 h 614556"/>
              <a:gd name="csX138" fmla="*/ 380979 w 740833"/>
              <a:gd name="csY138" fmla="*/ 0 h 6145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</a:cxnLst>
            <a:rect l="l" t="t" r="r" b="b"/>
            <a:pathLst>
              <a:path w="740833" h="614556">
                <a:moveTo>
                  <a:pt x="508475" y="607778"/>
                </a:moveTo>
                <a:lnTo>
                  <a:pt x="498668" y="610038"/>
                </a:lnTo>
                <a:lnTo>
                  <a:pt x="494141" y="614556"/>
                </a:lnTo>
                <a:lnTo>
                  <a:pt x="508475" y="607778"/>
                </a:lnTo>
                <a:close/>
                <a:moveTo>
                  <a:pt x="540160" y="607778"/>
                </a:moveTo>
                <a:lnTo>
                  <a:pt x="534879" y="605519"/>
                </a:lnTo>
                <a:lnTo>
                  <a:pt x="533371" y="607778"/>
                </a:lnTo>
                <a:lnTo>
                  <a:pt x="540160" y="607778"/>
                </a:lnTo>
                <a:close/>
                <a:moveTo>
                  <a:pt x="558266" y="601753"/>
                </a:moveTo>
                <a:lnTo>
                  <a:pt x="552985" y="601753"/>
                </a:lnTo>
                <a:lnTo>
                  <a:pt x="549968" y="605519"/>
                </a:lnTo>
                <a:lnTo>
                  <a:pt x="558266" y="601753"/>
                </a:lnTo>
                <a:close/>
                <a:moveTo>
                  <a:pt x="549213" y="596481"/>
                </a:moveTo>
                <a:lnTo>
                  <a:pt x="547704" y="594222"/>
                </a:lnTo>
                <a:lnTo>
                  <a:pt x="546949" y="596481"/>
                </a:lnTo>
                <a:lnTo>
                  <a:pt x="549213" y="596481"/>
                </a:lnTo>
                <a:close/>
                <a:moveTo>
                  <a:pt x="609566" y="556565"/>
                </a:moveTo>
                <a:lnTo>
                  <a:pt x="607303" y="558071"/>
                </a:lnTo>
                <a:lnTo>
                  <a:pt x="611075" y="558071"/>
                </a:lnTo>
                <a:lnTo>
                  <a:pt x="609566" y="556565"/>
                </a:lnTo>
                <a:close/>
                <a:moveTo>
                  <a:pt x="715184" y="512130"/>
                </a:moveTo>
                <a:lnTo>
                  <a:pt x="719710" y="506105"/>
                </a:lnTo>
                <a:lnTo>
                  <a:pt x="714429" y="512883"/>
                </a:lnTo>
                <a:lnTo>
                  <a:pt x="715184" y="512130"/>
                </a:lnTo>
                <a:close/>
                <a:moveTo>
                  <a:pt x="730272" y="492549"/>
                </a:moveTo>
                <a:lnTo>
                  <a:pt x="728764" y="493302"/>
                </a:lnTo>
                <a:lnTo>
                  <a:pt x="728764" y="494056"/>
                </a:lnTo>
                <a:lnTo>
                  <a:pt x="730272" y="492549"/>
                </a:lnTo>
                <a:close/>
                <a:moveTo>
                  <a:pt x="342504" y="558824"/>
                </a:moveTo>
                <a:lnTo>
                  <a:pt x="353820" y="544515"/>
                </a:lnTo>
                <a:lnTo>
                  <a:pt x="322889" y="536230"/>
                </a:lnTo>
                <a:lnTo>
                  <a:pt x="309310" y="547528"/>
                </a:lnTo>
                <a:lnTo>
                  <a:pt x="342504" y="558824"/>
                </a:lnTo>
                <a:close/>
                <a:moveTo>
                  <a:pt x="655585" y="493302"/>
                </a:moveTo>
                <a:lnTo>
                  <a:pt x="652568" y="490289"/>
                </a:lnTo>
                <a:lnTo>
                  <a:pt x="651813" y="491796"/>
                </a:lnTo>
                <a:lnTo>
                  <a:pt x="655585" y="493302"/>
                </a:lnTo>
                <a:close/>
                <a:moveTo>
                  <a:pt x="663884" y="479746"/>
                </a:moveTo>
                <a:lnTo>
                  <a:pt x="656339" y="477486"/>
                </a:lnTo>
                <a:lnTo>
                  <a:pt x="658603" y="485017"/>
                </a:lnTo>
                <a:lnTo>
                  <a:pt x="663884" y="479746"/>
                </a:lnTo>
                <a:close/>
                <a:moveTo>
                  <a:pt x="725746" y="466942"/>
                </a:moveTo>
                <a:lnTo>
                  <a:pt x="725746" y="464683"/>
                </a:lnTo>
                <a:lnTo>
                  <a:pt x="725746" y="465436"/>
                </a:lnTo>
                <a:lnTo>
                  <a:pt x="725746" y="466943"/>
                </a:lnTo>
                <a:close/>
                <a:moveTo>
                  <a:pt x="740834" y="457152"/>
                </a:moveTo>
                <a:lnTo>
                  <a:pt x="740079" y="456398"/>
                </a:lnTo>
                <a:lnTo>
                  <a:pt x="740834" y="457905"/>
                </a:lnTo>
                <a:lnTo>
                  <a:pt x="740834" y="457151"/>
                </a:lnTo>
                <a:close/>
                <a:moveTo>
                  <a:pt x="734799" y="455645"/>
                </a:moveTo>
                <a:lnTo>
                  <a:pt x="733290" y="454892"/>
                </a:lnTo>
                <a:lnTo>
                  <a:pt x="732535" y="457151"/>
                </a:lnTo>
                <a:lnTo>
                  <a:pt x="734798" y="455645"/>
                </a:lnTo>
                <a:close/>
                <a:moveTo>
                  <a:pt x="681990" y="453386"/>
                </a:moveTo>
                <a:lnTo>
                  <a:pt x="688780" y="451127"/>
                </a:lnTo>
                <a:lnTo>
                  <a:pt x="688780" y="448867"/>
                </a:lnTo>
                <a:lnTo>
                  <a:pt x="681990" y="453386"/>
                </a:lnTo>
                <a:close/>
                <a:moveTo>
                  <a:pt x="685762" y="449620"/>
                </a:moveTo>
                <a:lnTo>
                  <a:pt x="689534" y="445855"/>
                </a:lnTo>
                <a:lnTo>
                  <a:pt x="688779" y="445101"/>
                </a:lnTo>
                <a:lnTo>
                  <a:pt x="685762" y="449620"/>
                </a:lnTo>
                <a:close/>
                <a:moveTo>
                  <a:pt x="659358" y="421754"/>
                </a:moveTo>
                <a:lnTo>
                  <a:pt x="657848" y="423261"/>
                </a:lnTo>
                <a:lnTo>
                  <a:pt x="658603" y="423261"/>
                </a:lnTo>
                <a:lnTo>
                  <a:pt x="659358" y="421754"/>
                </a:lnTo>
                <a:close/>
                <a:moveTo>
                  <a:pt x="380979" y="0"/>
                </a:moveTo>
                <a:lnTo>
                  <a:pt x="379470" y="0"/>
                </a:lnTo>
                <a:lnTo>
                  <a:pt x="95056" y="26360"/>
                </a:lnTo>
                <a:lnTo>
                  <a:pt x="23387" y="31632"/>
                </a:lnTo>
                <a:lnTo>
                  <a:pt x="0" y="33891"/>
                </a:lnTo>
                <a:lnTo>
                  <a:pt x="755" y="51966"/>
                </a:lnTo>
                <a:lnTo>
                  <a:pt x="15843" y="197321"/>
                </a:lnTo>
                <a:lnTo>
                  <a:pt x="40739" y="231965"/>
                </a:lnTo>
                <a:lnTo>
                  <a:pt x="41493" y="252300"/>
                </a:lnTo>
                <a:lnTo>
                  <a:pt x="65635" y="294475"/>
                </a:lnTo>
                <a:lnTo>
                  <a:pt x="85249" y="356232"/>
                </a:lnTo>
                <a:lnTo>
                  <a:pt x="78460" y="390876"/>
                </a:lnTo>
                <a:lnTo>
                  <a:pt x="73179" y="476733"/>
                </a:lnTo>
                <a:lnTo>
                  <a:pt x="61863" y="504599"/>
                </a:lnTo>
                <a:lnTo>
                  <a:pt x="63371" y="504599"/>
                </a:lnTo>
                <a:lnTo>
                  <a:pt x="65635" y="524180"/>
                </a:lnTo>
                <a:lnTo>
                  <a:pt x="52810" y="542256"/>
                </a:lnTo>
                <a:lnTo>
                  <a:pt x="146357" y="531712"/>
                </a:lnTo>
                <a:lnTo>
                  <a:pt x="219535" y="552046"/>
                </a:lnTo>
                <a:lnTo>
                  <a:pt x="271590" y="558824"/>
                </a:lnTo>
                <a:lnTo>
                  <a:pt x="297994" y="539996"/>
                </a:lnTo>
                <a:lnTo>
                  <a:pt x="283660" y="521168"/>
                </a:lnTo>
                <a:lnTo>
                  <a:pt x="331942" y="506105"/>
                </a:lnTo>
                <a:lnTo>
                  <a:pt x="330434" y="522674"/>
                </a:lnTo>
                <a:lnTo>
                  <a:pt x="355329" y="516649"/>
                </a:lnTo>
                <a:lnTo>
                  <a:pt x="375699" y="548281"/>
                </a:lnTo>
                <a:lnTo>
                  <a:pt x="393050" y="542256"/>
                </a:lnTo>
                <a:lnTo>
                  <a:pt x="438315" y="573134"/>
                </a:lnTo>
                <a:lnTo>
                  <a:pt x="410402" y="582925"/>
                </a:lnTo>
                <a:lnTo>
                  <a:pt x="474527" y="601753"/>
                </a:lnTo>
                <a:lnTo>
                  <a:pt x="498668" y="601753"/>
                </a:lnTo>
                <a:lnTo>
                  <a:pt x="513002" y="584431"/>
                </a:lnTo>
                <a:lnTo>
                  <a:pt x="543933" y="567862"/>
                </a:lnTo>
                <a:lnTo>
                  <a:pt x="565811" y="599494"/>
                </a:lnTo>
                <a:lnTo>
                  <a:pt x="580899" y="570875"/>
                </a:lnTo>
                <a:lnTo>
                  <a:pt x="576373" y="525687"/>
                </a:lnTo>
                <a:lnTo>
                  <a:pt x="617111" y="541502"/>
                </a:lnTo>
                <a:lnTo>
                  <a:pt x="621637" y="555059"/>
                </a:lnTo>
                <a:lnTo>
                  <a:pt x="669920" y="561084"/>
                </a:lnTo>
                <a:lnTo>
                  <a:pt x="694061" y="580665"/>
                </a:lnTo>
                <a:lnTo>
                  <a:pt x="691043" y="596481"/>
                </a:lnTo>
                <a:lnTo>
                  <a:pt x="724992" y="564850"/>
                </a:lnTo>
                <a:lnTo>
                  <a:pt x="712167" y="548281"/>
                </a:lnTo>
                <a:lnTo>
                  <a:pt x="655586" y="533971"/>
                </a:lnTo>
                <a:lnTo>
                  <a:pt x="634463" y="521921"/>
                </a:lnTo>
                <a:lnTo>
                  <a:pt x="633708" y="499327"/>
                </a:lnTo>
                <a:lnTo>
                  <a:pt x="657095" y="502340"/>
                </a:lnTo>
                <a:lnTo>
                  <a:pt x="675200" y="465436"/>
                </a:lnTo>
                <a:lnTo>
                  <a:pt x="651813" y="433051"/>
                </a:lnTo>
                <a:lnTo>
                  <a:pt x="638989" y="463930"/>
                </a:lnTo>
                <a:lnTo>
                  <a:pt x="609567" y="458658"/>
                </a:lnTo>
                <a:lnTo>
                  <a:pt x="629935" y="425520"/>
                </a:lnTo>
                <a:lnTo>
                  <a:pt x="616356" y="421754"/>
                </a:lnTo>
                <a:lnTo>
                  <a:pt x="583162" y="445101"/>
                </a:lnTo>
                <a:lnTo>
                  <a:pt x="535634" y="448114"/>
                </a:lnTo>
                <a:lnTo>
                  <a:pt x="522054" y="437570"/>
                </a:lnTo>
                <a:lnTo>
                  <a:pt x="543932" y="399160"/>
                </a:lnTo>
                <a:lnTo>
                  <a:pt x="569583" y="398407"/>
                </a:lnTo>
                <a:lnTo>
                  <a:pt x="613338" y="412717"/>
                </a:lnTo>
                <a:lnTo>
                  <a:pt x="645024" y="415729"/>
                </a:lnTo>
                <a:lnTo>
                  <a:pt x="645024" y="415729"/>
                </a:lnTo>
                <a:lnTo>
                  <a:pt x="627673" y="393888"/>
                </a:lnTo>
                <a:lnTo>
                  <a:pt x="594478" y="329119"/>
                </a:lnTo>
                <a:lnTo>
                  <a:pt x="603531" y="292968"/>
                </a:lnTo>
                <a:lnTo>
                  <a:pt x="343258" y="321587"/>
                </a:lnTo>
                <a:lnTo>
                  <a:pt x="353066" y="311797"/>
                </a:lnTo>
                <a:lnTo>
                  <a:pt x="342504" y="284684"/>
                </a:lnTo>
                <a:lnTo>
                  <a:pt x="358347" y="261337"/>
                </a:lnTo>
                <a:lnTo>
                  <a:pt x="367400" y="202592"/>
                </a:lnTo>
                <a:lnTo>
                  <a:pt x="424735" y="104685"/>
                </a:lnTo>
                <a:lnTo>
                  <a:pt x="396822" y="70794"/>
                </a:lnTo>
                <a:lnTo>
                  <a:pt x="398331" y="45941"/>
                </a:lnTo>
                <a:lnTo>
                  <a:pt x="380979" y="5272"/>
                </a:lnTo>
                <a:lnTo>
                  <a:pt x="380979" y="0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05A431BE-2002-E9B2-A3A7-D5E7D5BAE200}"/>
              </a:ext>
            </a:extLst>
          </p:cNvPr>
          <p:cNvSpPr/>
          <p:nvPr/>
        </p:nvSpPr>
        <p:spPr>
          <a:xfrm>
            <a:off x="4526389" y="3180349"/>
            <a:ext cx="1775889" cy="1660657"/>
          </a:xfrm>
          <a:custGeom>
            <a:avLst/>
            <a:gdLst>
              <a:gd name="csX0" fmla="*/ 1305135 w 1775889"/>
              <a:gd name="csY0" fmla="*/ 1626767 h 1660657"/>
              <a:gd name="csX1" fmla="*/ 1268923 w 1775889"/>
              <a:gd name="csY1" fmla="*/ 1490450 h 1660657"/>
              <a:gd name="csX2" fmla="*/ 1268923 w 1775889"/>
              <a:gd name="csY2" fmla="*/ 1516056 h 1660657"/>
              <a:gd name="csX3" fmla="*/ 1305135 w 1775889"/>
              <a:gd name="csY3" fmla="*/ 1626767 h 1660657"/>
              <a:gd name="csX4" fmla="*/ 1296837 w 1775889"/>
              <a:gd name="csY4" fmla="*/ 1387271 h 1660657"/>
              <a:gd name="csX5" fmla="*/ 1271186 w 1775889"/>
              <a:gd name="csY5" fmla="*/ 1435471 h 1660657"/>
              <a:gd name="csX6" fmla="*/ 1268169 w 1775889"/>
              <a:gd name="csY6" fmla="*/ 1451287 h 1660657"/>
              <a:gd name="csX7" fmla="*/ 1296837 w 1775889"/>
              <a:gd name="csY7" fmla="*/ 1387271 h 1660657"/>
              <a:gd name="csX8" fmla="*/ 1317206 w 1775889"/>
              <a:gd name="csY8" fmla="*/ 1351873 h 1660657"/>
              <a:gd name="csX9" fmla="*/ 1341347 w 1775889"/>
              <a:gd name="csY9" fmla="*/ 1320242 h 1660657"/>
              <a:gd name="csX10" fmla="*/ 1323995 w 1775889"/>
              <a:gd name="csY10" fmla="*/ 1330786 h 1660657"/>
              <a:gd name="csX11" fmla="*/ 1317206 w 1775889"/>
              <a:gd name="csY11" fmla="*/ 1351873 h 1660657"/>
              <a:gd name="csX12" fmla="*/ 1402454 w 1775889"/>
              <a:gd name="csY12" fmla="*/ 1275054 h 1660657"/>
              <a:gd name="csX13" fmla="*/ 1345873 w 1775889"/>
              <a:gd name="csY13" fmla="*/ 1304426 h 1660657"/>
              <a:gd name="csX14" fmla="*/ 1361716 w 1775889"/>
              <a:gd name="csY14" fmla="*/ 1301414 h 1660657"/>
              <a:gd name="csX15" fmla="*/ 1402454 w 1775889"/>
              <a:gd name="csY15" fmla="*/ 1275054 h 1660657"/>
              <a:gd name="csX16" fmla="*/ 1409999 w 1775889"/>
              <a:gd name="csY16" fmla="*/ 1264510 h 1660657"/>
              <a:gd name="csX17" fmla="*/ 1425841 w 1775889"/>
              <a:gd name="csY17" fmla="*/ 1251707 h 1660657"/>
              <a:gd name="csX18" fmla="*/ 1419806 w 1775889"/>
              <a:gd name="csY18" fmla="*/ 1253213 h 1660657"/>
              <a:gd name="csX19" fmla="*/ 1409999 w 1775889"/>
              <a:gd name="csY19" fmla="*/ 1264510 h 1660657"/>
              <a:gd name="csX20" fmla="*/ 515264 w 1775889"/>
              <a:gd name="csY20" fmla="*/ 753 h 1660657"/>
              <a:gd name="csX21" fmla="*/ 509983 w 1775889"/>
              <a:gd name="csY21" fmla="*/ 0 h 1660657"/>
              <a:gd name="csX22" fmla="*/ 484333 w 1775889"/>
              <a:gd name="csY22" fmla="*/ 706438 h 1660657"/>
              <a:gd name="csX23" fmla="*/ 334959 w 1775889"/>
              <a:gd name="csY23" fmla="*/ 699660 h 1660657"/>
              <a:gd name="csX24" fmla="*/ 95810 w 1775889"/>
              <a:gd name="csY24" fmla="*/ 686104 h 1660657"/>
              <a:gd name="csX25" fmla="*/ 0 w 1775889"/>
              <a:gd name="csY25" fmla="*/ 679326 h 1660657"/>
              <a:gd name="csX26" fmla="*/ 18860 w 1775889"/>
              <a:gd name="csY26" fmla="*/ 716229 h 1660657"/>
              <a:gd name="csX27" fmla="*/ 19615 w 1775889"/>
              <a:gd name="csY27" fmla="*/ 716982 h 1660657"/>
              <a:gd name="csX28" fmla="*/ 101092 w 1775889"/>
              <a:gd name="csY28" fmla="*/ 798321 h 1660657"/>
              <a:gd name="csX29" fmla="*/ 147865 w 1775889"/>
              <a:gd name="csY29" fmla="*/ 853299 h 1660657"/>
              <a:gd name="csX30" fmla="*/ 209727 w 1775889"/>
              <a:gd name="csY30" fmla="*/ 899241 h 1660657"/>
              <a:gd name="csX31" fmla="*/ 253483 w 1775889"/>
              <a:gd name="csY31" fmla="*/ 979073 h 1660657"/>
              <a:gd name="csX32" fmla="*/ 270080 w 1775889"/>
              <a:gd name="csY32" fmla="*/ 1062670 h 1660657"/>
              <a:gd name="csX33" fmla="*/ 305538 w 1775889"/>
              <a:gd name="csY33" fmla="*/ 1086017 h 1660657"/>
              <a:gd name="csX34" fmla="*/ 333451 w 1775889"/>
              <a:gd name="csY34" fmla="*/ 1116896 h 1660657"/>
              <a:gd name="csX35" fmla="*/ 373435 w 1775889"/>
              <a:gd name="csY35" fmla="*/ 1131205 h 1660657"/>
              <a:gd name="csX36" fmla="*/ 431525 w 1775889"/>
              <a:gd name="csY36" fmla="*/ 1168109 h 1660657"/>
              <a:gd name="csX37" fmla="*/ 457929 w 1775889"/>
              <a:gd name="csY37" fmla="*/ 1177900 h 1660657"/>
              <a:gd name="csX38" fmla="*/ 494141 w 1775889"/>
              <a:gd name="csY38" fmla="*/ 1141749 h 1660657"/>
              <a:gd name="csX39" fmla="*/ 505457 w 1775889"/>
              <a:gd name="csY39" fmla="*/ 1103340 h 1660657"/>
              <a:gd name="csX40" fmla="*/ 524318 w 1775889"/>
              <a:gd name="csY40" fmla="*/ 1066436 h 1660657"/>
              <a:gd name="csX41" fmla="*/ 583162 w 1775889"/>
              <a:gd name="csY41" fmla="*/ 1043089 h 1660657"/>
              <a:gd name="csX42" fmla="*/ 605794 w 1775889"/>
              <a:gd name="csY42" fmla="*/ 1054386 h 1660657"/>
              <a:gd name="csX43" fmla="*/ 671428 w 1775889"/>
              <a:gd name="csY43" fmla="*/ 1059658 h 1660657"/>
              <a:gd name="csX44" fmla="*/ 731027 w 1775889"/>
              <a:gd name="csY44" fmla="*/ 1096561 h 1660657"/>
              <a:gd name="csX45" fmla="*/ 771765 w 1775889"/>
              <a:gd name="csY45" fmla="*/ 1104093 h 1660657"/>
              <a:gd name="csX46" fmla="*/ 760449 w 1775889"/>
              <a:gd name="csY46" fmla="*/ 1125180 h 1660657"/>
              <a:gd name="csX47" fmla="*/ 783836 w 1775889"/>
              <a:gd name="csY47" fmla="*/ 1140243 h 1660657"/>
              <a:gd name="csX48" fmla="*/ 805714 w 1775889"/>
              <a:gd name="csY48" fmla="*/ 1166603 h 1660657"/>
              <a:gd name="csX49" fmla="*/ 810240 w 1775889"/>
              <a:gd name="csY49" fmla="*/ 1194468 h 1660657"/>
              <a:gd name="csX50" fmla="*/ 824574 w 1775889"/>
              <a:gd name="csY50" fmla="*/ 1213297 h 1660657"/>
              <a:gd name="csX51" fmla="*/ 857768 w 1775889"/>
              <a:gd name="csY51" fmla="*/ 1293129 h 1660657"/>
              <a:gd name="csX52" fmla="*/ 890963 w 1775889"/>
              <a:gd name="csY52" fmla="*/ 1320995 h 1660657"/>
              <a:gd name="csX53" fmla="*/ 916612 w 1775889"/>
              <a:gd name="csY53" fmla="*/ 1363170 h 1660657"/>
              <a:gd name="csX54" fmla="*/ 949052 w 1775889"/>
              <a:gd name="csY54" fmla="*/ 1396308 h 1660657"/>
              <a:gd name="csX55" fmla="*/ 963386 w 1775889"/>
              <a:gd name="csY55" fmla="*/ 1400827 h 1660657"/>
              <a:gd name="csX56" fmla="*/ 975457 w 1775889"/>
              <a:gd name="csY56" fmla="*/ 1486684 h 1660657"/>
              <a:gd name="csX57" fmla="*/ 1010914 w 1775889"/>
              <a:gd name="csY57" fmla="*/ 1506265 h 1660657"/>
              <a:gd name="csX58" fmla="*/ 1012423 w 1775889"/>
              <a:gd name="csY58" fmla="*/ 1533378 h 1660657"/>
              <a:gd name="csX59" fmla="*/ 1021476 w 1775889"/>
              <a:gd name="csY59" fmla="*/ 1531119 h 1660657"/>
              <a:gd name="csX60" fmla="*/ 1083338 w 1775889"/>
              <a:gd name="csY60" fmla="*/ 1606432 h 1660657"/>
              <a:gd name="csX61" fmla="*/ 1114269 w 1775889"/>
              <a:gd name="csY61" fmla="*/ 1613210 h 1660657"/>
              <a:gd name="csX62" fmla="*/ 1153498 w 1775889"/>
              <a:gd name="csY62" fmla="*/ 1636557 h 1660657"/>
              <a:gd name="csX63" fmla="*/ 1213851 w 1775889"/>
              <a:gd name="csY63" fmla="*/ 1636557 h 1660657"/>
              <a:gd name="csX64" fmla="*/ 1257607 w 1775889"/>
              <a:gd name="csY64" fmla="*/ 1660658 h 1660657"/>
              <a:gd name="csX65" fmla="*/ 1309662 w 1775889"/>
              <a:gd name="csY65" fmla="*/ 1649360 h 1660657"/>
              <a:gd name="csX66" fmla="*/ 1286275 w 1775889"/>
              <a:gd name="csY66" fmla="*/ 1627520 h 1660657"/>
              <a:gd name="csX67" fmla="*/ 1265152 w 1775889"/>
              <a:gd name="csY67" fmla="*/ 1564257 h 1660657"/>
              <a:gd name="csX68" fmla="*/ 1256853 w 1775889"/>
              <a:gd name="csY68" fmla="*/ 1509278 h 1660657"/>
              <a:gd name="csX69" fmla="*/ 1244782 w 1775889"/>
              <a:gd name="csY69" fmla="*/ 1491203 h 1660657"/>
              <a:gd name="csX70" fmla="*/ 1250063 w 1775889"/>
              <a:gd name="csY70" fmla="*/ 1454299 h 1660657"/>
              <a:gd name="csX71" fmla="*/ 1234221 w 1775889"/>
              <a:gd name="csY71" fmla="*/ 1452793 h 1660657"/>
              <a:gd name="csX72" fmla="*/ 1213097 w 1775889"/>
              <a:gd name="csY72" fmla="*/ 1418149 h 1660657"/>
              <a:gd name="csX73" fmla="*/ 1237238 w 1775889"/>
              <a:gd name="csY73" fmla="*/ 1443755 h 1660657"/>
              <a:gd name="csX74" fmla="*/ 1265152 w 1775889"/>
              <a:gd name="csY74" fmla="*/ 1433965 h 1660657"/>
              <a:gd name="csX75" fmla="*/ 1280240 w 1775889"/>
              <a:gd name="csY75" fmla="*/ 1394049 h 1660657"/>
              <a:gd name="csX76" fmla="*/ 1250063 w 1775889"/>
              <a:gd name="csY76" fmla="*/ 1353379 h 1660657"/>
              <a:gd name="csX77" fmla="*/ 1295328 w 1775889"/>
              <a:gd name="csY77" fmla="*/ 1358651 h 1660657"/>
              <a:gd name="csX78" fmla="*/ 1316452 w 1775889"/>
              <a:gd name="csY78" fmla="*/ 1326267 h 1660657"/>
              <a:gd name="csX79" fmla="*/ 1313434 w 1775889"/>
              <a:gd name="csY79" fmla="*/ 1314970 h 1660657"/>
              <a:gd name="csX80" fmla="*/ 1332294 w 1775889"/>
              <a:gd name="csY80" fmla="*/ 1290116 h 1660657"/>
              <a:gd name="csX81" fmla="*/ 1327768 w 1775889"/>
              <a:gd name="csY81" fmla="*/ 1311957 h 1660657"/>
              <a:gd name="csX82" fmla="*/ 1348891 w 1775889"/>
              <a:gd name="csY82" fmla="*/ 1295388 h 1660657"/>
              <a:gd name="csX83" fmla="*/ 1340593 w 1775889"/>
              <a:gd name="csY83" fmla="*/ 1266016 h 1660657"/>
              <a:gd name="csX84" fmla="*/ 1367752 w 1775889"/>
              <a:gd name="csY84" fmla="*/ 1280326 h 1660657"/>
              <a:gd name="csX85" fmla="*/ 1402455 w 1775889"/>
              <a:gd name="csY85" fmla="*/ 1260744 h 1660657"/>
              <a:gd name="csX86" fmla="*/ 1368506 w 1775889"/>
              <a:gd name="csY86" fmla="*/ 1225347 h 1660657"/>
              <a:gd name="csX87" fmla="*/ 1389630 w 1775889"/>
              <a:gd name="csY87" fmla="*/ 1233632 h 1660657"/>
              <a:gd name="csX88" fmla="*/ 1428859 w 1775889"/>
              <a:gd name="csY88" fmla="*/ 1235891 h 1660657"/>
              <a:gd name="csX89" fmla="*/ 1480159 w 1775889"/>
              <a:gd name="csY89" fmla="*/ 1224594 h 1660657"/>
              <a:gd name="csX90" fmla="*/ 1537495 w 1775889"/>
              <a:gd name="csY90" fmla="*/ 1186184 h 1660657"/>
              <a:gd name="csX91" fmla="*/ 1572198 w 1775889"/>
              <a:gd name="csY91" fmla="*/ 1157565 h 1660657"/>
              <a:gd name="csX92" fmla="*/ 1577478 w 1775889"/>
              <a:gd name="csY92" fmla="*/ 1136477 h 1660657"/>
              <a:gd name="csX93" fmla="*/ 1598602 w 1775889"/>
              <a:gd name="csY93" fmla="*/ 1114636 h 1660657"/>
              <a:gd name="csX94" fmla="*/ 1587286 w 1775889"/>
              <a:gd name="csY94" fmla="*/ 1078486 h 1660657"/>
              <a:gd name="csX95" fmla="*/ 1589549 w 1775889"/>
              <a:gd name="csY95" fmla="*/ 1055892 h 1660657"/>
              <a:gd name="csX96" fmla="*/ 1627270 w 1775889"/>
              <a:gd name="csY96" fmla="*/ 1039323 h 1660657"/>
              <a:gd name="csX97" fmla="*/ 1624252 w 1775889"/>
              <a:gd name="csY97" fmla="*/ 1079239 h 1660657"/>
              <a:gd name="csX98" fmla="*/ 1646885 w 1775889"/>
              <a:gd name="csY98" fmla="*/ 1079239 h 1660657"/>
              <a:gd name="csX99" fmla="*/ 1621989 w 1775889"/>
              <a:gd name="csY99" fmla="*/ 1100327 h 1660657"/>
              <a:gd name="csX100" fmla="*/ 1722326 w 1775889"/>
              <a:gd name="csY100" fmla="*/ 1047608 h 1660657"/>
              <a:gd name="csX101" fmla="*/ 1738923 w 1775889"/>
              <a:gd name="csY101" fmla="*/ 1046854 h 1660657"/>
              <a:gd name="csX102" fmla="*/ 1749485 w 1775889"/>
              <a:gd name="csY102" fmla="*/ 998654 h 1660657"/>
              <a:gd name="csX103" fmla="*/ 1752503 w 1775889"/>
              <a:gd name="csY103" fmla="*/ 998654 h 1660657"/>
              <a:gd name="csX104" fmla="*/ 1763819 w 1775889"/>
              <a:gd name="csY104" fmla="*/ 970788 h 1660657"/>
              <a:gd name="csX105" fmla="*/ 1769100 w 1775889"/>
              <a:gd name="csY105" fmla="*/ 884931 h 1660657"/>
              <a:gd name="csX106" fmla="*/ 1775890 w 1775889"/>
              <a:gd name="csY106" fmla="*/ 850287 h 1660657"/>
              <a:gd name="csX107" fmla="*/ 1756275 w 1775889"/>
              <a:gd name="csY107" fmla="*/ 788530 h 1660657"/>
              <a:gd name="csX108" fmla="*/ 1732133 w 1775889"/>
              <a:gd name="csY108" fmla="*/ 746354 h 1660657"/>
              <a:gd name="csX109" fmla="*/ 1731379 w 1775889"/>
              <a:gd name="csY109" fmla="*/ 726020 h 1660657"/>
              <a:gd name="csX110" fmla="*/ 1706483 w 1775889"/>
              <a:gd name="csY110" fmla="*/ 691376 h 1660657"/>
              <a:gd name="csX111" fmla="*/ 1691395 w 1775889"/>
              <a:gd name="csY111" fmla="*/ 546021 h 1660657"/>
              <a:gd name="csX112" fmla="*/ 1690640 w 1775889"/>
              <a:gd name="csY112" fmla="*/ 527946 h 1660657"/>
              <a:gd name="csX113" fmla="*/ 1689131 w 1775889"/>
              <a:gd name="csY113" fmla="*/ 509117 h 1660657"/>
              <a:gd name="csX114" fmla="*/ 1684605 w 1775889"/>
              <a:gd name="csY114" fmla="*/ 442842 h 1660657"/>
              <a:gd name="csX115" fmla="*/ 1639340 w 1775889"/>
              <a:gd name="csY115" fmla="*/ 444348 h 1660657"/>
              <a:gd name="csX116" fmla="*/ 1628024 w 1775889"/>
              <a:gd name="csY116" fmla="*/ 432298 h 1660657"/>
              <a:gd name="csX117" fmla="*/ 1625760 w 1775889"/>
              <a:gd name="csY117" fmla="*/ 431545 h 1660657"/>
              <a:gd name="csX118" fmla="*/ 1625006 w 1775889"/>
              <a:gd name="csY118" fmla="*/ 431545 h 1660657"/>
              <a:gd name="csX119" fmla="*/ 1595584 w 1775889"/>
              <a:gd name="csY119" fmla="*/ 426273 h 1660657"/>
              <a:gd name="csX120" fmla="*/ 1561635 w 1775889"/>
              <a:gd name="csY120" fmla="*/ 404432 h 1660657"/>
              <a:gd name="csX121" fmla="*/ 1523914 w 1775889"/>
              <a:gd name="csY121" fmla="*/ 388616 h 1660657"/>
              <a:gd name="csX122" fmla="*/ 1453000 w 1775889"/>
              <a:gd name="csY122" fmla="*/ 408951 h 1660657"/>
              <a:gd name="csX123" fmla="*/ 1434139 w 1775889"/>
              <a:gd name="csY123" fmla="*/ 404432 h 1660657"/>
              <a:gd name="csX124" fmla="*/ 1410752 w 1775889"/>
              <a:gd name="csY124" fmla="*/ 413470 h 1660657"/>
              <a:gd name="csX125" fmla="*/ 1382084 w 1775889"/>
              <a:gd name="csY125" fmla="*/ 436817 h 1660657"/>
              <a:gd name="csX126" fmla="*/ 1305134 w 1775889"/>
              <a:gd name="csY126" fmla="*/ 400666 h 1660657"/>
              <a:gd name="csX127" fmla="*/ 1280993 w 1775889"/>
              <a:gd name="csY127" fmla="*/ 433804 h 1660657"/>
              <a:gd name="csX128" fmla="*/ 1245536 w 1775889"/>
              <a:gd name="csY128" fmla="*/ 421001 h 1660657"/>
              <a:gd name="csX129" fmla="*/ 1207815 w 1775889"/>
              <a:gd name="csY129" fmla="*/ 396901 h 1660657"/>
              <a:gd name="csX130" fmla="*/ 1187446 w 1775889"/>
              <a:gd name="csY130" fmla="*/ 414223 h 1660657"/>
              <a:gd name="csX131" fmla="*/ 1167831 w 1775889"/>
              <a:gd name="csY131" fmla="*/ 414976 h 1660657"/>
              <a:gd name="csX132" fmla="*/ 1167831 w 1775889"/>
              <a:gd name="csY132" fmla="*/ 400667 h 1660657"/>
              <a:gd name="csX133" fmla="*/ 1115022 w 1775889"/>
              <a:gd name="csY133" fmla="*/ 375813 h 1660657"/>
              <a:gd name="csX134" fmla="*/ 1093899 w 1775889"/>
              <a:gd name="csY134" fmla="*/ 385604 h 1660657"/>
              <a:gd name="csX135" fmla="*/ 1083337 w 1775889"/>
              <a:gd name="csY135" fmla="*/ 373554 h 1660657"/>
              <a:gd name="csX136" fmla="*/ 1025247 w 1775889"/>
              <a:gd name="csY136" fmla="*/ 367529 h 1660657"/>
              <a:gd name="csX137" fmla="*/ 980737 w 1775889"/>
              <a:gd name="csY137" fmla="*/ 326860 h 1660657"/>
              <a:gd name="csX138" fmla="*/ 973947 w 1775889"/>
              <a:gd name="csY138" fmla="*/ 340416 h 1660657"/>
              <a:gd name="csX139" fmla="*/ 941507 w 1775889"/>
              <a:gd name="csY139" fmla="*/ 338910 h 1660657"/>
              <a:gd name="csX140" fmla="*/ 911331 w 1775889"/>
              <a:gd name="csY140" fmla="*/ 310291 h 1660657"/>
              <a:gd name="csX141" fmla="*/ 897751 w 1775889"/>
              <a:gd name="csY141" fmla="*/ 265103 h 1660657"/>
              <a:gd name="csX142" fmla="*/ 895488 w 1775889"/>
              <a:gd name="csY142" fmla="*/ 7531 h 1660657"/>
              <a:gd name="csX143" fmla="*/ 702358 w 1775889"/>
              <a:gd name="csY143" fmla="*/ 5272 h 1660657"/>
              <a:gd name="csX144" fmla="*/ 519790 w 1775889"/>
              <a:gd name="csY144" fmla="*/ 753 h 1660657"/>
              <a:gd name="csX145" fmla="*/ 515264 w 1775889"/>
              <a:gd name="csY145" fmla="*/ 753 h 16606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</a:cxnLst>
            <a:rect l="l" t="t" r="r" b="b"/>
            <a:pathLst>
              <a:path w="1775889" h="1660657">
                <a:moveTo>
                  <a:pt x="1305135" y="1626767"/>
                </a:moveTo>
                <a:lnTo>
                  <a:pt x="1268923" y="1490450"/>
                </a:lnTo>
                <a:lnTo>
                  <a:pt x="1268923" y="1516056"/>
                </a:lnTo>
                <a:lnTo>
                  <a:pt x="1305135" y="1626767"/>
                </a:lnTo>
                <a:close/>
                <a:moveTo>
                  <a:pt x="1296837" y="1387271"/>
                </a:moveTo>
                <a:lnTo>
                  <a:pt x="1271186" y="1435471"/>
                </a:lnTo>
                <a:lnTo>
                  <a:pt x="1268169" y="1451287"/>
                </a:lnTo>
                <a:lnTo>
                  <a:pt x="1296837" y="1387271"/>
                </a:lnTo>
                <a:close/>
                <a:moveTo>
                  <a:pt x="1317206" y="1351873"/>
                </a:moveTo>
                <a:lnTo>
                  <a:pt x="1341347" y="1320242"/>
                </a:lnTo>
                <a:lnTo>
                  <a:pt x="1323995" y="1330786"/>
                </a:lnTo>
                <a:lnTo>
                  <a:pt x="1317206" y="1351873"/>
                </a:lnTo>
                <a:close/>
                <a:moveTo>
                  <a:pt x="1402454" y="1275054"/>
                </a:moveTo>
                <a:lnTo>
                  <a:pt x="1345873" y="1304426"/>
                </a:lnTo>
                <a:lnTo>
                  <a:pt x="1361716" y="1301414"/>
                </a:lnTo>
                <a:lnTo>
                  <a:pt x="1402454" y="1275054"/>
                </a:lnTo>
                <a:close/>
                <a:moveTo>
                  <a:pt x="1409999" y="1264510"/>
                </a:moveTo>
                <a:lnTo>
                  <a:pt x="1425841" y="1251707"/>
                </a:lnTo>
                <a:lnTo>
                  <a:pt x="1419806" y="1253213"/>
                </a:lnTo>
                <a:lnTo>
                  <a:pt x="1409999" y="1264510"/>
                </a:lnTo>
                <a:close/>
                <a:moveTo>
                  <a:pt x="515264" y="753"/>
                </a:moveTo>
                <a:lnTo>
                  <a:pt x="509983" y="0"/>
                </a:lnTo>
                <a:lnTo>
                  <a:pt x="484333" y="706438"/>
                </a:lnTo>
                <a:lnTo>
                  <a:pt x="334959" y="699660"/>
                </a:lnTo>
                <a:lnTo>
                  <a:pt x="95810" y="686104"/>
                </a:lnTo>
                <a:lnTo>
                  <a:pt x="0" y="679326"/>
                </a:lnTo>
                <a:lnTo>
                  <a:pt x="18860" y="716229"/>
                </a:lnTo>
                <a:lnTo>
                  <a:pt x="19615" y="716982"/>
                </a:lnTo>
                <a:lnTo>
                  <a:pt x="101092" y="798321"/>
                </a:lnTo>
                <a:lnTo>
                  <a:pt x="147865" y="853299"/>
                </a:lnTo>
                <a:lnTo>
                  <a:pt x="209727" y="899241"/>
                </a:lnTo>
                <a:lnTo>
                  <a:pt x="253483" y="979073"/>
                </a:lnTo>
                <a:lnTo>
                  <a:pt x="270080" y="1062670"/>
                </a:lnTo>
                <a:lnTo>
                  <a:pt x="305538" y="1086017"/>
                </a:lnTo>
                <a:lnTo>
                  <a:pt x="333451" y="1116896"/>
                </a:lnTo>
                <a:lnTo>
                  <a:pt x="373435" y="1131205"/>
                </a:lnTo>
                <a:lnTo>
                  <a:pt x="431525" y="1168109"/>
                </a:lnTo>
                <a:lnTo>
                  <a:pt x="457929" y="1177900"/>
                </a:lnTo>
                <a:lnTo>
                  <a:pt x="494141" y="1141749"/>
                </a:lnTo>
                <a:lnTo>
                  <a:pt x="505457" y="1103340"/>
                </a:lnTo>
                <a:lnTo>
                  <a:pt x="524318" y="1066436"/>
                </a:lnTo>
                <a:lnTo>
                  <a:pt x="583162" y="1043089"/>
                </a:lnTo>
                <a:lnTo>
                  <a:pt x="605794" y="1054386"/>
                </a:lnTo>
                <a:lnTo>
                  <a:pt x="671428" y="1059658"/>
                </a:lnTo>
                <a:lnTo>
                  <a:pt x="731027" y="1096561"/>
                </a:lnTo>
                <a:lnTo>
                  <a:pt x="771765" y="1104093"/>
                </a:lnTo>
                <a:lnTo>
                  <a:pt x="760449" y="1125180"/>
                </a:lnTo>
                <a:lnTo>
                  <a:pt x="783836" y="1140243"/>
                </a:lnTo>
                <a:lnTo>
                  <a:pt x="805714" y="1166603"/>
                </a:lnTo>
                <a:lnTo>
                  <a:pt x="810240" y="1194468"/>
                </a:lnTo>
                <a:lnTo>
                  <a:pt x="824574" y="1213297"/>
                </a:lnTo>
                <a:lnTo>
                  <a:pt x="857768" y="1293129"/>
                </a:lnTo>
                <a:lnTo>
                  <a:pt x="890963" y="1320995"/>
                </a:lnTo>
                <a:lnTo>
                  <a:pt x="916612" y="1363170"/>
                </a:lnTo>
                <a:lnTo>
                  <a:pt x="949052" y="1396308"/>
                </a:lnTo>
                <a:lnTo>
                  <a:pt x="963386" y="1400827"/>
                </a:lnTo>
                <a:lnTo>
                  <a:pt x="975457" y="1486684"/>
                </a:lnTo>
                <a:lnTo>
                  <a:pt x="1010914" y="1506265"/>
                </a:lnTo>
                <a:lnTo>
                  <a:pt x="1012423" y="1533378"/>
                </a:lnTo>
                <a:lnTo>
                  <a:pt x="1021476" y="1531119"/>
                </a:lnTo>
                <a:lnTo>
                  <a:pt x="1083338" y="1606432"/>
                </a:lnTo>
                <a:lnTo>
                  <a:pt x="1114269" y="1613210"/>
                </a:lnTo>
                <a:lnTo>
                  <a:pt x="1153498" y="1636557"/>
                </a:lnTo>
                <a:lnTo>
                  <a:pt x="1213851" y="1636557"/>
                </a:lnTo>
                <a:lnTo>
                  <a:pt x="1257607" y="1660658"/>
                </a:lnTo>
                <a:lnTo>
                  <a:pt x="1309662" y="1649360"/>
                </a:lnTo>
                <a:lnTo>
                  <a:pt x="1286275" y="1627520"/>
                </a:lnTo>
                <a:lnTo>
                  <a:pt x="1265152" y="1564257"/>
                </a:lnTo>
                <a:lnTo>
                  <a:pt x="1256853" y="1509278"/>
                </a:lnTo>
                <a:lnTo>
                  <a:pt x="1244782" y="1491203"/>
                </a:lnTo>
                <a:lnTo>
                  <a:pt x="1250063" y="1454299"/>
                </a:lnTo>
                <a:lnTo>
                  <a:pt x="1234221" y="1452793"/>
                </a:lnTo>
                <a:lnTo>
                  <a:pt x="1213097" y="1418149"/>
                </a:lnTo>
                <a:lnTo>
                  <a:pt x="1237238" y="1443755"/>
                </a:lnTo>
                <a:lnTo>
                  <a:pt x="1265152" y="1433965"/>
                </a:lnTo>
                <a:lnTo>
                  <a:pt x="1280240" y="1394049"/>
                </a:lnTo>
                <a:lnTo>
                  <a:pt x="1250063" y="1353379"/>
                </a:lnTo>
                <a:lnTo>
                  <a:pt x="1295328" y="1358651"/>
                </a:lnTo>
                <a:lnTo>
                  <a:pt x="1316452" y="1326267"/>
                </a:lnTo>
                <a:lnTo>
                  <a:pt x="1313434" y="1314970"/>
                </a:lnTo>
                <a:lnTo>
                  <a:pt x="1332294" y="1290116"/>
                </a:lnTo>
                <a:lnTo>
                  <a:pt x="1327768" y="1311957"/>
                </a:lnTo>
                <a:lnTo>
                  <a:pt x="1348891" y="1295388"/>
                </a:lnTo>
                <a:lnTo>
                  <a:pt x="1340593" y="1266016"/>
                </a:lnTo>
                <a:lnTo>
                  <a:pt x="1367752" y="1280326"/>
                </a:lnTo>
                <a:lnTo>
                  <a:pt x="1402455" y="1260744"/>
                </a:lnTo>
                <a:lnTo>
                  <a:pt x="1368506" y="1225347"/>
                </a:lnTo>
                <a:lnTo>
                  <a:pt x="1389630" y="1233632"/>
                </a:lnTo>
                <a:lnTo>
                  <a:pt x="1428859" y="1235891"/>
                </a:lnTo>
                <a:lnTo>
                  <a:pt x="1480159" y="1224594"/>
                </a:lnTo>
                <a:lnTo>
                  <a:pt x="1537495" y="1186184"/>
                </a:lnTo>
                <a:lnTo>
                  <a:pt x="1572198" y="1157565"/>
                </a:lnTo>
                <a:lnTo>
                  <a:pt x="1577478" y="1136477"/>
                </a:lnTo>
                <a:lnTo>
                  <a:pt x="1598602" y="1114636"/>
                </a:lnTo>
                <a:lnTo>
                  <a:pt x="1587286" y="1078486"/>
                </a:lnTo>
                <a:lnTo>
                  <a:pt x="1589549" y="1055892"/>
                </a:lnTo>
                <a:lnTo>
                  <a:pt x="1627270" y="1039323"/>
                </a:lnTo>
                <a:lnTo>
                  <a:pt x="1624252" y="1079239"/>
                </a:lnTo>
                <a:lnTo>
                  <a:pt x="1646885" y="1079239"/>
                </a:lnTo>
                <a:lnTo>
                  <a:pt x="1621989" y="1100327"/>
                </a:lnTo>
                <a:lnTo>
                  <a:pt x="1722326" y="1047608"/>
                </a:lnTo>
                <a:lnTo>
                  <a:pt x="1738923" y="1046854"/>
                </a:lnTo>
                <a:lnTo>
                  <a:pt x="1749485" y="998654"/>
                </a:lnTo>
                <a:lnTo>
                  <a:pt x="1752503" y="998654"/>
                </a:lnTo>
                <a:lnTo>
                  <a:pt x="1763819" y="970788"/>
                </a:lnTo>
                <a:lnTo>
                  <a:pt x="1769100" y="884931"/>
                </a:lnTo>
                <a:lnTo>
                  <a:pt x="1775890" y="850287"/>
                </a:lnTo>
                <a:lnTo>
                  <a:pt x="1756275" y="788530"/>
                </a:lnTo>
                <a:lnTo>
                  <a:pt x="1732133" y="746354"/>
                </a:lnTo>
                <a:lnTo>
                  <a:pt x="1731379" y="726020"/>
                </a:lnTo>
                <a:lnTo>
                  <a:pt x="1706483" y="691376"/>
                </a:lnTo>
                <a:lnTo>
                  <a:pt x="1691395" y="546021"/>
                </a:lnTo>
                <a:lnTo>
                  <a:pt x="1690640" y="527946"/>
                </a:lnTo>
                <a:lnTo>
                  <a:pt x="1689131" y="509117"/>
                </a:lnTo>
                <a:lnTo>
                  <a:pt x="1684605" y="442842"/>
                </a:lnTo>
                <a:lnTo>
                  <a:pt x="1639340" y="444348"/>
                </a:lnTo>
                <a:lnTo>
                  <a:pt x="1628024" y="432298"/>
                </a:lnTo>
                <a:lnTo>
                  <a:pt x="1625760" y="431545"/>
                </a:lnTo>
                <a:lnTo>
                  <a:pt x="1625006" y="431545"/>
                </a:lnTo>
                <a:lnTo>
                  <a:pt x="1595584" y="426273"/>
                </a:lnTo>
                <a:lnTo>
                  <a:pt x="1561635" y="404432"/>
                </a:lnTo>
                <a:lnTo>
                  <a:pt x="1523914" y="388616"/>
                </a:lnTo>
                <a:lnTo>
                  <a:pt x="1453000" y="408951"/>
                </a:lnTo>
                <a:lnTo>
                  <a:pt x="1434139" y="404432"/>
                </a:lnTo>
                <a:lnTo>
                  <a:pt x="1410752" y="413470"/>
                </a:lnTo>
                <a:lnTo>
                  <a:pt x="1382084" y="436817"/>
                </a:lnTo>
                <a:lnTo>
                  <a:pt x="1305134" y="400666"/>
                </a:lnTo>
                <a:lnTo>
                  <a:pt x="1280993" y="433804"/>
                </a:lnTo>
                <a:lnTo>
                  <a:pt x="1245536" y="421001"/>
                </a:lnTo>
                <a:lnTo>
                  <a:pt x="1207815" y="396901"/>
                </a:lnTo>
                <a:lnTo>
                  <a:pt x="1187446" y="414223"/>
                </a:lnTo>
                <a:lnTo>
                  <a:pt x="1167831" y="414976"/>
                </a:lnTo>
                <a:lnTo>
                  <a:pt x="1167831" y="400667"/>
                </a:lnTo>
                <a:lnTo>
                  <a:pt x="1115022" y="375813"/>
                </a:lnTo>
                <a:lnTo>
                  <a:pt x="1093899" y="385604"/>
                </a:lnTo>
                <a:lnTo>
                  <a:pt x="1083337" y="373554"/>
                </a:lnTo>
                <a:lnTo>
                  <a:pt x="1025247" y="367529"/>
                </a:lnTo>
                <a:lnTo>
                  <a:pt x="980737" y="326860"/>
                </a:lnTo>
                <a:lnTo>
                  <a:pt x="973947" y="340416"/>
                </a:lnTo>
                <a:lnTo>
                  <a:pt x="941507" y="338910"/>
                </a:lnTo>
                <a:lnTo>
                  <a:pt x="911331" y="310291"/>
                </a:lnTo>
                <a:lnTo>
                  <a:pt x="897751" y="265103"/>
                </a:lnTo>
                <a:lnTo>
                  <a:pt x="895488" y="7531"/>
                </a:lnTo>
                <a:lnTo>
                  <a:pt x="702358" y="5272"/>
                </a:lnTo>
                <a:lnTo>
                  <a:pt x="519790" y="753"/>
                </a:lnTo>
                <a:lnTo>
                  <a:pt x="515264" y="753"/>
                </a:ln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568B846F-61F0-0D15-634D-65B0B860B0AC}"/>
              </a:ext>
            </a:extLst>
          </p:cNvPr>
          <p:cNvSpPr/>
          <p:nvPr/>
        </p:nvSpPr>
        <p:spPr>
          <a:xfrm>
            <a:off x="8468199" y="1753163"/>
            <a:ext cx="217270" cy="225939"/>
          </a:xfrm>
          <a:custGeom>
            <a:avLst/>
            <a:gdLst>
              <a:gd name="csX0" fmla="*/ 184831 w 217270"/>
              <a:gd name="csY0" fmla="*/ 0 h 225939"/>
              <a:gd name="csX1" fmla="*/ 76196 w 217270"/>
              <a:gd name="csY1" fmla="*/ 41422 h 225939"/>
              <a:gd name="csX2" fmla="*/ 74687 w 217270"/>
              <a:gd name="csY2" fmla="*/ 37657 h 225939"/>
              <a:gd name="csX3" fmla="*/ 13579 w 217270"/>
              <a:gd name="csY3" fmla="*/ 55732 h 225939"/>
              <a:gd name="csX4" fmla="*/ 0 w 217270"/>
              <a:gd name="csY4" fmla="*/ 59497 h 225939"/>
              <a:gd name="csX5" fmla="*/ 1509 w 217270"/>
              <a:gd name="csY5" fmla="*/ 67029 h 225939"/>
              <a:gd name="csX6" fmla="*/ 30176 w 217270"/>
              <a:gd name="csY6" fmla="*/ 177739 h 225939"/>
              <a:gd name="csX7" fmla="*/ 39230 w 217270"/>
              <a:gd name="csY7" fmla="*/ 189036 h 225939"/>
              <a:gd name="csX8" fmla="*/ 19615 w 217270"/>
              <a:gd name="csY8" fmla="*/ 213137 h 225939"/>
              <a:gd name="csX9" fmla="*/ 33194 w 217270"/>
              <a:gd name="csY9" fmla="*/ 225940 h 225939"/>
              <a:gd name="csX10" fmla="*/ 33194 w 217270"/>
              <a:gd name="csY10" fmla="*/ 225940 h 225939"/>
              <a:gd name="csX11" fmla="*/ 76950 w 217270"/>
              <a:gd name="csY11" fmla="*/ 183764 h 225939"/>
              <a:gd name="csX12" fmla="*/ 100337 w 217270"/>
              <a:gd name="csY12" fmla="*/ 151380 h 225939"/>
              <a:gd name="csX13" fmla="*/ 104863 w 217270"/>
              <a:gd name="csY13" fmla="*/ 160417 h 225939"/>
              <a:gd name="csX14" fmla="*/ 215008 w 217270"/>
              <a:gd name="csY14" fmla="*/ 111464 h 225939"/>
              <a:gd name="csX15" fmla="*/ 217271 w 217270"/>
              <a:gd name="csY15" fmla="*/ 109204 h 225939"/>
              <a:gd name="csX16" fmla="*/ 216516 w 217270"/>
              <a:gd name="csY16" fmla="*/ 91129 h 225939"/>
              <a:gd name="csX17" fmla="*/ 211990 w 217270"/>
              <a:gd name="csY17" fmla="*/ 75313 h 225939"/>
              <a:gd name="csX18" fmla="*/ 188603 w 217270"/>
              <a:gd name="csY18" fmla="*/ 9791 h 225939"/>
              <a:gd name="csX19" fmla="*/ 185586 w 217270"/>
              <a:gd name="csY19" fmla="*/ 1506 h 225939"/>
              <a:gd name="csX20" fmla="*/ 184831 w 217270"/>
              <a:gd name="csY20" fmla="*/ 0 h 2259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217270" h="225939">
                <a:moveTo>
                  <a:pt x="184831" y="0"/>
                </a:moveTo>
                <a:lnTo>
                  <a:pt x="76196" y="41422"/>
                </a:lnTo>
                <a:lnTo>
                  <a:pt x="74687" y="37657"/>
                </a:lnTo>
                <a:lnTo>
                  <a:pt x="13579" y="55732"/>
                </a:lnTo>
                <a:lnTo>
                  <a:pt x="0" y="59497"/>
                </a:lnTo>
                <a:lnTo>
                  <a:pt x="1509" y="67029"/>
                </a:lnTo>
                <a:lnTo>
                  <a:pt x="30176" y="177739"/>
                </a:lnTo>
                <a:lnTo>
                  <a:pt x="39230" y="189036"/>
                </a:lnTo>
                <a:lnTo>
                  <a:pt x="19615" y="213137"/>
                </a:lnTo>
                <a:lnTo>
                  <a:pt x="33194" y="225940"/>
                </a:lnTo>
                <a:lnTo>
                  <a:pt x="33194" y="225940"/>
                </a:lnTo>
                <a:lnTo>
                  <a:pt x="76950" y="183764"/>
                </a:lnTo>
                <a:lnTo>
                  <a:pt x="100337" y="151380"/>
                </a:lnTo>
                <a:lnTo>
                  <a:pt x="104863" y="160417"/>
                </a:lnTo>
                <a:lnTo>
                  <a:pt x="215008" y="111464"/>
                </a:lnTo>
                <a:lnTo>
                  <a:pt x="217271" y="109204"/>
                </a:lnTo>
                <a:lnTo>
                  <a:pt x="216516" y="91129"/>
                </a:lnTo>
                <a:lnTo>
                  <a:pt x="211990" y="75313"/>
                </a:lnTo>
                <a:lnTo>
                  <a:pt x="188603" y="9791"/>
                </a:lnTo>
                <a:lnTo>
                  <a:pt x="185586" y="1506"/>
                </a:lnTo>
                <a:lnTo>
                  <a:pt x="184831" y="0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77F52F49-5E5B-C281-77FD-23EBA5158676}"/>
              </a:ext>
            </a:extLst>
          </p:cNvPr>
          <p:cNvSpPr/>
          <p:nvPr/>
        </p:nvSpPr>
        <p:spPr>
          <a:xfrm>
            <a:off x="8508183" y="1230489"/>
            <a:ext cx="207463" cy="441335"/>
          </a:xfrm>
          <a:custGeom>
            <a:avLst/>
            <a:gdLst>
              <a:gd name="csX0" fmla="*/ 43002 w 207463"/>
              <a:gd name="csY0" fmla="*/ 0 h 441335"/>
              <a:gd name="csX1" fmla="*/ 33194 w 207463"/>
              <a:gd name="csY1" fmla="*/ 12050 h 441335"/>
              <a:gd name="csX2" fmla="*/ 21878 w 207463"/>
              <a:gd name="csY2" fmla="*/ 9791 h 441335"/>
              <a:gd name="csX3" fmla="*/ 15843 w 207463"/>
              <a:gd name="csY3" fmla="*/ 59498 h 441335"/>
              <a:gd name="csX4" fmla="*/ 15843 w 207463"/>
              <a:gd name="csY4" fmla="*/ 60251 h 441335"/>
              <a:gd name="csX5" fmla="*/ 33949 w 207463"/>
              <a:gd name="csY5" fmla="*/ 128033 h 441335"/>
              <a:gd name="csX6" fmla="*/ 32440 w 207463"/>
              <a:gd name="csY6" fmla="*/ 141589 h 441335"/>
              <a:gd name="csX7" fmla="*/ 0 w 207463"/>
              <a:gd name="csY7" fmla="*/ 184517 h 441335"/>
              <a:gd name="csX8" fmla="*/ 8298 w 207463"/>
              <a:gd name="csY8" fmla="*/ 223680 h 441335"/>
              <a:gd name="csX9" fmla="*/ 8298 w 207463"/>
              <a:gd name="csY9" fmla="*/ 272634 h 441335"/>
              <a:gd name="csX10" fmla="*/ 2263 w 207463"/>
              <a:gd name="csY10" fmla="*/ 317822 h 441335"/>
              <a:gd name="csX11" fmla="*/ 36212 w 207463"/>
              <a:gd name="csY11" fmla="*/ 441336 h 441335"/>
              <a:gd name="csX12" fmla="*/ 36212 w 207463"/>
              <a:gd name="csY12" fmla="*/ 441336 h 441335"/>
              <a:gd name="csX13" fmla="*/ 36212 w 207463"/>
              <a:gd name="csY13" fmla="*/ 441336 h 441335"/>
              <a:gd name="csX14" fmla="*/ 67143 w 207463"/>
              <a:gd name="csY14" fmla="*/ 431545 h 441335"/>
              <a:gd name="csX15" fmla="*/ 162199 w 207463"/>
              <a:gd name="csY15" fmla="*/ 399913 h 441335"/>
              <a:gd name="csX16" fmla="*/ 205201 w 207463"/>
              <a:gd name="csY16" fmla="*/ 353219 h 441335"/>
              <a:gd name="csX17" fmla="*/ 205201 w 207463"/>
              <a:gd name="csY17" fmla="*/ 353219 h 441335"/>
              <a:gd name="csX18" fmla="*/ 205201 w 207463"/>
              <a:gd name="csY18" fmla="*/ 341169 h 441335"/>
              <a:gd name="csX19" fmla="*/ 207464 w 207463"/>
              <a:gd name="csY19" fmla="*/ 321588 h 441335"/>
              <a:gd name="csX20" fmla="*/ 202183 w 207463"/>
              <a:gd name="csY20" fmla="*/ 323847 h 441335"/>
              <a:gd name="csX21" fmla="*/ 201428 w 207463"/>
              <a:gd name="csY21" fmla="*/ 319328 h 441335"/>
              <a:gd name="csX22" fmla="*/ 153900 w 207463"/>
              <a:gd name="csY22" fmla="*/ 261337 h 441335"/>
              <a:gd name="csX23" fmla="*/ 152391 w 207463"/>
              <a:gd name="csY23" fmla="*/ 256065 h 441335"/>
              <a:gd name="csX24" fmla="*/ 43001 w 207463"/>
              <a:gd name="csY24" fmla="*/ 0 h 441335"/>
              <a:gd name="csX25" fmla="*/ 43001 w 207463"/>
              <a:gd name="csY25" fmla="*/ 0 h 4413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207463" h="441335">
                <a:moveTo>
                  <a:pt x="43002" y="0"/>
                </a:moveTo>
                <a:lnTo>
                  <a:pt x="33194" y="12050"/>
                </a:lnTo>
                <a:lnTo>
                  <a:pt x="21878" y="9791"/>
                </a:lnTo>
                <a:lnTo>
                  <a:pt x="15843" y="59498"/>
                </a:lnTo>
                <a:lnTo>
                  <a:pt x="15843" y="60251"/>
                </a:lnTo>
                <a:lnTo>
                  <a:pt x="33949" y="128033"/>
                </a:lnTo>
                <a:lnTo>
                  <a:pt x="32440" y="141589"/>
                </a:lnTo>
                <a:lnTo>
                  <a:pt x="0" y="184517"/>
                </a:lnTo>
                <a:lnTo>
                  <a:pt x="8298" y="223680"/>
                </a:lnTo>
                <a:lnTo>
                  <a:pt x="8298" y="272634"/>
                </a:lnTo>
                <a:lnTo>
                  <a:pt x="2263" y="317822"/>
                </a:lnTo>
                <a:lnTo>
                  <a:pt x="36212" y="441336"/>
                </a:lnTo>
                <a:lnTo>
                  <a:pt x="36212" y="441336"/>
                </a:lnTo>
                <a:lnTo>
                  <a:pt x="36212" y="441336"/>
                </a:lnTo>
                <a:lnTo>
                  <a:pt x="67143" y="431545"/>
                </a:lnTo>
                <a:lnTo>
                  <a:pt x="162199" y="399913"/>
                </a:lnTo>
                <a:lnTo>
                  <a:pt x="205201" y="353219"/>
                </a:lnTo>
                <a:lnTo>
                  <a:pt x="205201" y="353219"/>
                </a:lnTo>
                <a:lnTo>
                  <a:pt x="205201" y="341169"/>
                </a:lnTo>
                <a:lnTo>
                  <a:pt x="207464" y="321588"/>
                </a:lnTo>
                <a:lnTo>
                  <a:pt x="202183" y="323847"/>
                </a:lnTo>
                <a:lnTo>
                  <a:pt x="201428" y="319328"/>
                </a:lnTo>
                <a:lnTo>
                  <a:pt x="153900" y="261337"/>
                </a:lnTo>
                <a:lnTo>
                  <a:pt x="152391" y="256065"/>
                </a:lnTo>
                <a:lnTo>
                  <a:pt x="43001" y="0"/>
                </a:lnTo>
                <a:lnTo>
                  <a:pt x="43001" y="0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948ABE6F-592A-29FA-5FC6-195B6C541E39}"/>
              </a:ext>
            </a:extLst>
          </p:cNvPr>
          <p:cNvSpPr/>
          <p:nvPr/>
        </p:nvSpPr>
        <p:spPr>
          <a:xfrm>
            <a:off x="8653784" y="1737347"/>
            <a:ext cx="100337" cy="125020"/>
          </a:xfrm>
          <a:custGeom>
            <a:avLst/>
            <a:gdLst>
              <a:gd name="csX0" fmla="*/ 73178 w 100337"/>
              <a:gd name="csY0" fmla="*/ 83598 h 125020"/>
              <a:gd name="csX1" fmla="*/ 72424 w 100337"/>
              <a:gd name="csY1" fmla="*/ 67782 h 125020"/>
              <a:gd name="csX2" fmla="*/ 70160 w 100337"/>
              <a:gd name="csY2" fmla="*/ 73807 h 125020"/>
              <a:gd name="csX3" fmla="*/ 73178 w 100337"/>
              <a:gd name="csY3" fmla="*/ 83598 h 125020"/>
              <a:gd name="csX4" fmla="*/ 88266 w 100337"/>
              <a:gd name="csY4" fmla="*/ 71548 h 125020"/>
              <a:gd name="csX5" fmla="*/ 78459 w 100337"/>
              <a:gd name="csY5" fmla="*/ 52719 h 125020"/>
              <a:gd name="csX6" fmla="*/ 77705 w 100337"/>
              <a:gd name="csY6" fmla="*/ 72301 h 125020"/>
              <a:gd name="csX7" fmla="*/ 88266 w 100337"/>
              <a:gd name="csY7" fmla="*/ 71547 h 125020"/>
              <a:gd name="csX8" fmla="*/ 83740 w 100337"/>
              <a:gd name="csY8" fmla="*/ 48201 h 125020"/>
              <a:gd name="csX9" fmla="*/ 89021 w 100337"/>
              <a:gd name="csY9" fmla="*/ 61757 h 125020"/>
              <a:gd name="csX10" fmla="*/ 95811 w 100337"/>
              <a:gd name="csY10" fmla="*/ 73807 h 125020"/>
              <a:gd name="csX11" fmla="*/ 100337 w 100337"/>
              <a:gd name="csY11" fmla="*/ 64770 h 125020"/>
              <a:gd name="csX12" fmla="*/ 93547 w 100337"/>
              <a:gd name="csY12" fmla="*/ 51966 h 125020"/>
              <a:gd name="csX13" fmla="*/ 91284 w 100337"/>
              <a:gd name="csY13" fmla="*/ 42929 h 125020"/>
              <a:gd name="csX14" fmla="*/ 83740 w 100337"/>
              <a:gd name="csY14" fmla="*/ 42929 h 125020"/>
              <a:gd name="csX15" fmla="*/ 83740 w 100337"/>
              <a:gd name="csY15" fmla="*/ 48201 h 125020"/>
              <a:gd name="csX16" fmla="*/ 0 w 100337"/>
              <a:gd name="csY16" fmla="*/ 17322 h 125020"/>
              <a:gd name="csX17" fmla="*/ 3018 w 100337"/>
              <a:gd name="csY17" fmla="*/ 25606 h 125020"/>
              <a:gd name="csX18" fmla="*/ 26405 w 100337"/>
              <a:gd name="csY18" fmla="*/ 91129 h 125020"/>
              <a:gd name="csX19" fmla="*/ 30931 w 100337"/>
              <a:gd name="csY19" fmla="*/ 106945 h 125020"/>
              <a:gd name="csX20" fmla="*/ 31686 w 100337"/>
              <a:gd name="csY20" fmla="*/ 125020 h 125020"/>
              <a:gd name="csX21" fmla="*/ 33194 w 100337"/>
              <a:gd name="csY21" fmla="*/ 122761 h 125020"/>
              <a:gd name="csX22" fmla="*/ 69407 w 100337"/>
              <a:gd name="csY22" fmla="*/ 94142 h 125020"/>
              <a:gd name="csX23" fmla="*/ 62617 w 100337"/>
              <a:gd name="csY23" fmla="*/ 42929 h 125020"/>
              <a:gd name="csX24" fmla="*/ 77705 w 100337"/>
              <a:gd name="csY24" fmla="*/ 39916 h 125020"/>
              <a:gd name="csX25" fmla="*/ 77705 w 100337"/>
              <a:gd name="csY25" fmla="*/ 39916 h 125020"/>
              <a:gd name="csX26" fmla="*/ 44511 w 100337"/>
              <a:gd name="csY26" fmla="*/ 0 h 125020"/>
              <a:gd name="csX27" fmla="*/ 9808 w 100337"/>
              <a:gd name="csY27" fmla="*/ 13556 h 125020"/>
              <a:gd name="csX28" fmla="*/ 0 w 100337"/>
              <a:gd name="csY28" fmla="*/ 17322 h 1250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100337" h="125020">
                <a:moveTo>
                  <a:pt x="73178" y="83598"/>
                </a:moveTo>
                <a:lnTo>
                  <a:pt x="72424" y="67782"/>
                </a:lnTo>
                <a:lnTo>
                  <a:pt x="70160" y="73807"/>
                </a:lnTo>
                <a:lnTo>
                  <a:pt x="73178" y="83598"/>
                </a:lnTo>
                <a:close/>
                <a:moveTo>
                  <a:pt x="88266" y="71548"/>
                </a:moveTo>
                <a:lnTo>
                  <a:pt x="78459" y="52719"/>
                </a:lnTo>
                <a:lnTo>
                  <a:pt x="77705" y="72301"/>
                </a:lnTo>
                <a:lnTo>
                  <a:pt x="88266" y="71547"/>
                </a:lnTo>
                <a:close/>
                <a:moveTo>
                  <a:pt x="83740" y="48201"/>
                </a:moveTo>
                <a:lnTo>
                  <a:pt x="89021" y="61757"/>
                </a:lnTo>
                <a:lnTo>
                  <a:pt x="95811" y="73807"/>
                </a:lnTo>
                <a:lnTo>
                  <a:pt x="100337" y="64770"/>
                </a:lnTo>
                <a:lnTo>
                  <a:pt x="93547" y="51966"/>
                </a:lnTo>
                <a:lnTo>
                  <a:pt x="91284" y="42929"/>
                </a:lnTo>
                <a:lnTo>
                  <a:pt x="83740" y="42929"/>
                </a:lnTo>
                <a:lnTo>
                  <a:pt x="83740" y="48201"/>
                </a:lnTo>
                <a:close/>
                <a:moveTo>
                  <a:pt x="0" y="17322"/>
                </a:moveTo>
                <a:lnTo>
                  <a:pt x="3018" y="25606"/>
                </a:lnTo>
                <a:lnTo>
                  <a:pt x="26405" y="91129"/>
                </a:lnTo>
                <a:lnTo>
                  <a:pt x="30931" y="106945"/>
                </a:lnTo>
                <a:lnTo>
                  <a:pt x="31686" y="125020"/>
                </a:lnTo>
                <a:lnTo>
                  <a:pt x="33194" y="122761"/>
                </a:lnTo>
                <a:lnTo>
                  <a:pt x="69407" y="94142"/>
                </a:lnTo>
                <a:lnTo>
                  <a:pt x="62617" y="42929"/>
                </a:lnTo>
                <a:lnTo>
                  <a:pt x="77705" y="39916"/>
                </a:lnTo>
                <a:lnTo>
                  <a:pt x="77705" y="39916"/>
                </a:lnTo>
                <a:lnTo>
                  <a:pt x="44511" y="0"/>
                </a:lnTo>
                <a:lnTo>
                  <a:pt x="9808" y="13556"/>
                </a:lnTo>
                <a:lnTo>
                  <a:pt x="0" y="17322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835C8188-DB64-36BE-2212-7F974DDF7B24}"/>
              </a:ext>
            </a:extLst>
          </p:cNvPr>
          <p:cNvSpPr/>
          <p:nvPr/>
        </p:nvSpPr>
        <p:spPr>
          <a:xfrm>
            <a:off x="8333158" y="1290740"/>
            <a:ext cx="211235" cy="409704"/>
          </a:xfrm>
          <a:custGeom>
            <a:avLst/>
            <a:gdLst>
              <a:gd name="csX0" fmla="*/ 211236 w 211235"/>
              <a:gd name="csY0" fmla="*/ 381085 h 409704"/>
              <a:gd name="csX1" fmla="*/ 177287 w 211235"/>
              <a:gd name="csY1" fmla="*/ 257571 h 409704"/>
              <a:gd name="csX2" fmla="*/ 183323 w 211235"/>
              <a:gd name="csY2" fmla="*/ 212383 h 409704"/>
              <a:gd name="csX3" fmla="*/ 183323 w 211235"/>
              <a:gd name="csY3" fmla="*/ 163430 h 409704"/>
              <a:gd name="csX4" fmla="*/ 175024 w 211235"/>
              <a:gd name="csY4" fmla="*/ 124267 h 409704"/>
              <a:gd name="csX5" fmla="*/ 207464 w 211235"/>
              <a:gd name="csY5" fmla="*/ 81338 h 409704"/>
              <a:gd name="csX6" fmla="*/ 208973 w 211235"/>
              <a:gd name="csY6" fmla="*/ 67782 h 409704"/>
              <a:gd name="csX7" fmla="*/ 190867 w 211235"/>
              <a:gd name="csY7" fmla="*/ 0 h 409704"/>
              <a:gd name="csX8" fmla="*/ 181059 w 211235"/>
              <a:gd name="csY8" fmla="*/ 3766 h 409704"/>
              <a:gd name="csX9" fmla="*/ 139567 w 211235"/>
              <a:gd name="csY9" fmla="*/ 18828 h 409704"/>
              <a:gd name="csX10" fmla="*/ 98828 w 211235"/>
              <a:gd name="csY10" fmla="*/ 34644 h 409704"/>
              <a:gd name="csX11" fmla="*/ 5281 w 211235"/>
              <a:gd name="csY11" fmla="*/ 68535 h 409704"/>
              <a:gd name="csX12" fmla="*/ 0 w 211235"/>
              <a:gd name="csY12" fmla="*/ 70041 h 409704"/>
              <a:gd name="csX13" fmla="*/ 33949 w 211235"/>
              <a:gd name="csY13" fmla="*/ 149120 h 409704"/>
              <a:gd name="csX14" fmla="*/ 45265 w 211235"/>
              <a:gd name="csY14" fmla="*/ 223680 h 409704"/>
              <a:gd name="csX15" fmla="*/ 85249 w 211235"/>
              <a:gd name="csY15" fmla="*/ 286190 h 409704"/>
              <a:gd name="csX16" fmla="*/ 122969 w 211235"/>
              <a:gd name="csY16" fmla="*/ 409704 h 409704"/>
              <a:gd name="csX17" fmla="*/ 124478 w 211235"/>
              <a:gd name="csY17" fmla="*/ 408951 h 409704"/>
              <a:gd name="csX18" fmla="*/ 130514 w 211235"/>
              <a:gd name="csY18" fmla="*/ 406691 h 409704"/>
              <a:gd name="csX19" fmla="*/ 147865 w 211235"/>
              <a:gd name="csY19" fmla="*/ 401419 h 409704"/>
              <a:gd name="csX20" fmla="*/ 162953 w 211235"/>
              <a:gd name="csY20" fmla="*/ 396147 h 409704"/>
              <a:gd name="csX21" fmla="*/ 205955 w 211235"/>
              <a:gd name="csY21" fmla="*/ 383344 h 409704"/>
              <a:gd name="csX22" fmla="*/ 211236 w 211235"/>
              <a:gd name="csY22" fmla="*/ 381085 h 409704"/>
              <a:gd name="csX23" fmla="*/ 211236 w 211235"/>
              <a:gd name="csY23" fmla="*/ 381085 h 4097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</a:cxnLst>
            <a:rect l="l" t="t" r="r" b="b"/>
            <a:pathLst>
              <a:path w="211235" h="409704">
                <a:moveTo>
                  <a:pt x="211236" y="381085"/>
                </a:moveTo>
                <a:lnTo>
                  <a:pt x="177287" y="257571"/>
                </a:lnTo>
                <a:lnTo>
                  <a:pt x="183323" y="212383"/>
                </a:lnTo>
                <a:lnTo>
                  <a:pt x="183323" y="163430"/>
                </a:lnTo>
                <a:lnTo>
                  <a:pt x="175024" y="124267"/>
                </a:lnTo>
                <a:lnTo>
                  <a:pt x="207464" y="81338"/>
                </a:lnTo>
                <a:lnTo>
                  <a:pt x="208973" y="67782"/>
                </a:lnTo>
                <a:lnTo>
                  <a:pt x="190867" y="0"/>
                </a:lnTo>
                <a:lnTo>
                  <a:pt x="181059" y="3766"/>
                </a:lnTo>
                <a:lnTo>
                  <a:pt x="139567" y="18828"/>
                </a:lnTo>
                <a:lnTo>
                  <a:pt x="98828" y="34644"/>
                </a:lnTo>
                <a:lnTo>
                  <a:pt x="5281" y="68535"/>
                </a:lnTo>
                <a:lnTo>
                  <a:pt x="0" y="70041"/>
                </a:lnTo>
                <a:lnTo>
                  <a:pt x="33949" y="149120"/>
                </a:lnTo>
                <a:lnTo>
                  <a:pt x="45265" y="223680"/>
                </a:lnTo>
                <a:lnTo>
                  <a:pt x="85249" y="286190"/>
                </a:lnTo>
                <a:lnTo>
                  <a:pt x="122969" y="409704"/>
                </a:lnTo>
                <a:lnTo>
                  <a:pt x="124478" y="408951"/>
                </a:lnTo>
                <a:lnTo>
                  <a:pt x="130514" y="406691"/>
                </a:lnTo>
                <a:lnTo>
                  <a:pt x="147865" y="401419"/>
                </a:lnTo>
                <a:lnTo>
                  <a:pt x="162953" y="396147"/>
                </a:lnTo>
                <a:lnTo>
                  <a:pt x="205955" y="383344"/>
                </a:lnTo>
                <a:lnTo>
                  <a:pt x="211236" y="381085"/>
                </a:lnTo>
                <a:lnTo>
                  <a:pt x="211236" y="381085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B132F501-CDE6-48F2-C6AE-F4F2984FCB43}"/>
              </a:ext>
            </a:extLst>
          </p:cNvPr>
          <p:cNvSpPr/>
          <p:nvPr/>
        </p:nvSpPr>
        <p:spPr>
          <a:xfrm>
            <a:off x="6952582" y="3266959"/>
            <a:ext cx="504703" cy="778739"/>
          </a:xfrm>
          <a:custGeom>
            <a:avLst/>
            <a:gdLst>
              <a:gd name="csX0" fmla="*/ 755 w 504703"/>
              <a:gd name="csY0" fmla="*/ 49707 h 778739"/>
              <a:gd name="csX1" fmla="*/ 3773 w 504703"/>
              <a:gd name="csY1" fmla="*/ 55732 h 778739"/>
              <a:gd name="csX2" fmla="*/ 14334 w 504703"/>
              <a:gd name="csY2" fmla="*/ 62510 h 778739"/>
              <a:gd name="csX3" fmla="*/ 18861 w 504703"/>
              <a:gd name="csY3" fmla="*/ 371295 h 778739"/>
              <a:gd name="csX4" fmla="*/ 20370 w 504703"/>
              <a:gd name="csY4" fmla="*/ 540749 h 778739"/>
              <a:gd name="csX5" fmla="*/ 58845 w 504703"/>
              <a:gd name="csY5" fmla="*/ 772714 h 778739"/>
              <a:gd name="csX6" fmla="*/ 61862 w 504703"/>
              <a:gd name="csY6" fmla="*/ 771961 h 778739"/>
              <a:gd name="csX7" fmla="*/ 95811 w 504703"/>
              <a:gd name="csY7" fmla="*/ 778739 h 778739"/>
              <a:gd name="csX8" fmla="*/ 104864 w 504703"/>
              <a:gd name="csY8" fmla="*/ 711710 h 778739"/>
              <a:gd name="csX9" fmla="*/ 119952 w 504703"/>
              <a:gd name="csY9" fmla="*/ 749367 h 778739"/>
              <a:gd name="csX10" fmla="*/ 145603 w 504703"/>
              <a:gd name="csY10" fmla="*/ 772714 h 778739"/>
              <a:gd name="csX11" fmla="*/ 194639 w 504703"/>
              <a:gd name="csY11" fmla="*/ 744095 h 778739"/>
              <a:gd name="csX12" fmla="*/ 189358 w 504703"/>
              <a:gd name="csY12" fmla="*/ 739576 h 778739"/>
              <a:gd name="csX13" fmla="*/ 190867 w 504703"/>
              <a:gd name="csY13" fmla="*/ 740330 h 778739"/>
              <a:gd name="csX14" fmla="*/ 156919 w 504703"/>
              <a:gd name="csY14" fmla="*/ 662757 h 778739"/>
              <a:gd name="csX15" fmla="*/ 482825 w 504703"/>
              <a:gd name="csY15" fmla="*/ 610038 h 778739"/>
              <a:gd name="csX16" fmla="*/ 504703 w 504703"/>
              <a:gd name="csY16" fmla="*/ 606272 h 778739"/>
              <a:gd name="csX17" fmla="*/ 504703 w 504703"/>
              <a:gd name="csY17" fmla="*/ 605519 h 778739"/>
              <a:gd name="csX18" fmla="*/ 484334 w 504703"/>
              <a:gd name="csY18" fmla="*/ 567109 h 778739"/>
              <a:gd name="csX19" fmla="*/ 482825 w 504703"/>
              <a:gd name="csY19" fmla="*/ 512130 h 778739"/>
              <a:gd name="csX20" fmla="*/ 466228 w 504703"/>
              <a:gd name="csY20" fmla="*/ 482005 h 778739"/>
              <a:gd name="csX21" fmla="*/ 474527 w 504703"/>
              <a:gd name="csY21" fmla="*/ 423261 h 778739"/>
              <a:gd name="csX22" fmla="*/ 488106 w 504703"/>
              <a:gd name="csY22" fmla="*/ 408198 h 778739"/>
              <a:gd name="csX23" fmla="*/ 432280 w 504703"/>
              <a:gd name="csY23" fmla="*/ 308784 h 778739"/>
              <a:gd name="csX24" fmla="*/ 331188 w 504703"/>
              <a:gd name="csY24" fmla="*/ 1506 h 778739"/>
              <a:gd name="csX25" fmla="*/ 330433 w 504703"/>
              <a:gd name="csY25" fmla="*/ 0 h 778739"/>
              <a:gd name="csX26" fmla="*/ 307801 w 504703"/>
              <a:gd name="csY26" fmla="*/ 3766 h 778739"/>
              <a:gd name="csX27" fmla="*/ 187095 w 504703"/>
              <a:gd name="csY27" fmla="*/ 23347 h 778739"/>
              <a:gd name="csX28" fmla="*/ 126742 w 504703"/>
              <a:gd name="csY28" fmla="*/ 30879 h 778739"/>
              <a:gd name="csX29" fmla="*/ 0 w 504703"/>
              <a:gd name="csY29" fmla="*/ 48201 h 778739"/>
              <a:gd name="csX30" fmla="*/ 755 w 504703"/>
              <a:gd name="csY30" fmla="*/ 49707 h 77873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</a:cxnLst>
            <a:rect l="l" t="t" r="r" b="b"/>
            <a:pathLst>
              <a:path w="504703" h="778739">
                <a:moveTo>
                  <a:pt x="755" y="49707"/>
                </a:moveTo>
                <a:lnTo>
                  <a:pt x="3773" y="55732"/>
                </a:lnTo>
                <a:lnTo>
                  <a:pt x="14334" y="62510"/>
                </a:lnTo>
                <a:lnTo>
                  <a:pt x="18861" y="371295"/>
                </a:lnTo>
                <a:lnTo>
                  <a:pt x="20370" y="540749"/>
                </a:lnTo>
                <a:lnTo>
                  <a:pt x="58845" y="772714"/>
                </a:lnTo>
                <a:lnTo>
                  <a:pt x="61862" y="771961"/>
                </a:lnTo>
                <a:lnTo>
                  <a:pt x="95811" y="778739"/>
                </a:lnTo>
                <a:lnTo>
                  <a:pt x="104864" y="711710"/>
                </a:lnTo>
                <a:lnTo>
                  <a:pt x="119952" y="749367"/>
                </a:lnTo>
                <a:lnTo>
                  <a:pt x="145603" y="772714"/>
                </a:lnTo>
                <a:lnTo>
                  <a:pt x="194639" y="744095"/>
                </a:lnTo>
                <a:lnTo>
                  <a:pt x="189358" y="739576"/>
                </a:lnTo>
                <a:lnTo>
                  <a:pt x="190867" y="740330"/>
                </a:lnTo>
                <a:lnTo>
                  <a:pt x="156919" y="662757"/>
                </a:lnTo>
                <a:lnTo>
                  <a:pt x="482825" y="610038"/>
                </a:lnTo>
                <a:lnTo>
                  <a:pt x="504703" y="606272"/>
                </a:lnTo>
                <a:lnTo>
                  <a:pt x="504703" y="605519"/>
                </a:lnTo>
                <a:lnTo>
                  <a:pt x="484334" y="567109"/>
                </a:lnTo>
                <a:lnTo>
                  <a:pt x="482825" y="512130"/>
                </a:lnTo>
                <a:lnTo>
                  <a:pt x="466228" y="482005"/>
                </a:lnTo>
                <a:lnTo>
                  <a:pt x="474527" y="423261"/>
                </a:lnTo>
                <a:lnTo>
                  <a:pt x="488106" y="408198"/>
                </a:lnTo>
                <a:lnTo>
                  <a:pt x="432280" y="308784"/>
                </a:lnTo>
                <a:lnTo>
                  <a:pt x="331188" y="1506"/>
                </a:lnTo>
                <a:lnTo>
                  <a:pt x="330433" y="0"/>
                </a:lnTo>
                <a:lnTo>
                  <a:pt x="307801" y="3766"/>
                </a:lnTo>
                <a:lnTo>
                  <a:pt x="187095" y="23347"/>
                </a:lnTo>
                <a:lnTo>
                  <a:pt x="126742" y="30879"/>
                </a:lnTo>
                <a:lnTo>
                  <a:pt x="0" y="48201"/>
                </a:lnTo>
                <a:lnTo>
                  <a:pt x="755" y="49707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7551848A-BEE7-E967-8B40-36364AA5EAEC}"/>
              </a:ext>
            </a:extLst>
          </p:cNvPr>
          <p:cNvSpPr/>
          <p:nvPr/>
        </p:nvSpPr>
        <p:spPr>
          <a:xfrm>
            <a:off x="7109501" y="3822771"/>
            <a:ext cx="1151989" cy="982838"/>
          </a:xfrm>
          <a:custGeom>
            <a:avLst/>
            <a:gdLst>
              <a:gd name="csX0" fmla="*/ 903787 w 1151989"/>
              <a:gd name="csY0" fmla="*/ 971541 h 982838"/>
              <a:gd name="csX1" fmla="*/ 902278 w 1151989"/>
              <a:gd name="csY1" fmla="*/ 971541 h 982838"/>
              <a:gd name="csX2" fmla="*/ 903033 w 1151989"/>
              <a:gd name="csY2" fmla="*/ 972295 h 982838"/>
              <a:gd name="csX3" fmla="*/ 903787 w 1151989"/>
              <a:gd name="csY3" fmla="*/ 971541 h 982838"/>
              <a:gd name="csX4" fmla="*/ 896997 w 1151989"/>
              <a:gd name="csY4" fmla="*/ 970788 h 982838"/>
              <a:gd name="csX5" fmla="*/ 896997 w 1151989"/>
              <a:gd name="csY5" fmla="*/ 971541 h 982838"/>
              <a:gd name="csX6" fmla="*/ 897752 w 1151989"/>
              <a:gd name="csY6" fmla="*/ 971541 h 982838"/>
              <a:gd name="csX7" fmla="*/ 896997 w 1151989"/>
              <a:gd name="csY7" fmla="*/ 970788 h 982838"/>
              <a:gd name="csX8" fmla="*/ 898506 w 1151989"/>
              <a:gd name="csY8" fmla="*/ 970035 h 982838"/>
              <a:gd name="csX9" fmla="*/ 898506 w 1151989"/>
              <a:gd name="csY9" fmla="*/ 969282 h 982838"/>
              <a:gd name="csX10" fmla="*/ 898506 w 1151989"/>
              <a:gd name="csY10" fmla="*/ 970035 h 982838"/>
              <a:gd name="csX11" fmla="*/ 898506 w 1151989"/>
              <a:gd name="csY11" fmla="*/ 970035 h 982838"/>
              <a:gd name="csX12" fmla="*/ 795905 w 1151989"/>
              <a:gd name="csY12" fmla="*/ 981332 h 982838"/>
              <a:gd name="csX13" fmla="*/ 795905 w 1151989"/>
              <a:gd name="csY13" fmla="*/ 981332 h 982838"/>
              <a:gd name="csX14" fmla="*/ 795905 w 1151989"/>
              <a:gd name="csY14" fmla="*/ 982085 h 982838"/>
              <a:gd name="csX15" fmla="*/ 795905 w 1151989"/>
              <a:gd name="csY15" fmla="*/ 981332 h 982838"/>
              <a:gd name="csX16" fmla="*/ 794397 w 1151989"/>
              <a:gd name="csY16" fmla="*/ 982085 h 982838"/>
              <a:gd name="csX17" fmla="*/ 794397 w 1151989"/>
              <a:gd name="csY17" fmla="*/ 981332 h 982838"/>
              <a:gd name="csX18" fmla="*/ 794397 w 1151989"/>
              <a:gd name="csY18" fmla="*/ 982085 h 982838"/>
              <a:gd name="csX19" fmla="*/ 794397 w 1151989"/>
              <a:gd name="csY19" fmla="*/ 982085 h 982838"/>
              <a:gd name="csX20" fmla="*/ 795152 w 1151989"/>
              <a:gd name="csY20" fmla="*/ 981332 h 982838"/>
              <a:gd name="csX21" fmla="*/ 795152 w 1151989"/>
              <a:gd name="csY21" fmla="*/ 981332 h 982838"/>
              <a:gd name="csX22" fmla="*/ 795152 w 1151989"/>
              <a:gd name="csY22" fmla="*/ 981332 h 982838"/>
              <a:gd name="csX23" fmla="*/ 795152 w 1151989"/>
              <a:gd name="csY23" fmla="*/ 981332 h 982838"/>
              <a:gd name="csX24" fmla="*/ 787607 w 1151989"/>
              <a:gd name="csY24" fmla="*/ 982085 h 982838"/>
              <a:gd name="csX25" fmla="*/ 786853 w 1151989"/>
              <a:gd name="csY25" fmla="*/ 982085 h 982838"/>
              <a:gd name="csX26" fmla="*/ 786853 w 1151989"/>
              <a:gd name="csY26" fmla="*/ 982838 h 982838"/>
              <a:gd name="csX27" fmla="*/ 787607 w 1151989"/>
              <a:gd name="csY27" fmla="*/ 982085 h 982838"/>
              <a:gd name="csX28" fmla="*/ 1001861 w 1151989"/>
              <a:gd name="csY28" fmla="*/ 934638 h 982838"/>
              <a:gd name="csX29" fmla="*/ 1001106 w 1151989"/>
              <a:gd name="csY29" fmla="*/ 934638 h 982838"/>
              <a:gd name="csX30" fmla="*/ 1001861 w 1151989"/>
              <a:gd name="csY30" fmla="*/ 936144 h 982838"/>
              <a:gd name="csX31" fmla="*/ 1001861 w 1151989"/>
              <a:gd name="csY31" fmla="*/ 934638 h 982838"/>
              <a:gd name="csX32" fmla="*/ 1022230 w 1151989"/>
              <a:gd name="csY32" fmla="*/ 929366 h 982838"/>
              <a:gd name="csX33" fmla="*/ 1022230 w 1151989"/>
              <a:gd name="csY33" fmla="*/ 927859 h 982838"/>
              <a:gd name="csX34" fmla="*/ 1020721 w 1151989"/>
              <a:gd name="csY34" fmla="*/ 930119 h 982838"/>
              <a:gd name="csX35" fmla="*/ 1022230 w 1151989"/>
              <a:gd name="csY35" fmla="*/ 929365 h 982838"/>
              <a:gd name="csX36" fmla="*/ 1014686 w 1151989"/>
              <a:gd name="csY36" fmla="*/ 927859 h 982838"/>
              <a:gd name="csX37" fmla="*/ 1011668 w 1151989"/>
              <a:gd name="csY37" fmla="*/ 924847 h 982838"/>
              <a:gd name="csX38" fmla="*/ 1010913 w 1151989"/>
              <a:gd name="csY38" fmla="*/ 925600 h 982838"/>
              <a:gd name="csX39" fmla="*/ 1014685 w 1151989"/>
              <a:gd name="csY39" fmla="*/ 927860 h 982838"/>
              <a:gd name="csX40" fmla="*/ 1012422 w 1151989"/>
              <a:gd name="csY40" fmla="*/ 933884 h 982838"/>
              <a:gd name="csX41" fmla="*/ 1003370 w 1151989"/>
              <a:gd name="csY41" fmla="*/ 922588 h 982838"/>
              <a:gd name="csX42" fmla="*/ 1008651 w 1151989"/>
              <a:gd name="csY42" fmla="*/ 932378 h 982838"/>
              <a:gd name="csX43" fmla="*/ 1012422 w 1151989"/>
              <a:gd name="csY43" fmla="*/ 933884 h 982838"/>
              <a:gd name="csX44" fmla="*/ 1084092 w 1151989"/>
              <a:gd name="csY44" fmla="*/ 889450 h 982838"/>
              <a:gd name="csX45" fmla="*/ 1084092 w 1151989"/>
              <a:gd name="csY45" fmla="*/ 892462 h 982838"/>
              <a:gd name="csX46" fmla="*/ 1085601 w 1151989"/>
              <a:gd name="csY46" fmla="*/ 890956 h 982838"/>
              <a:gd name="csX47" fmla="*/ 1084092 w 1151989"/>
              <a:gd name="csY47" fmla="*/ 889450 h 982838"/>
              <a:gd name="csX48" fmla="*/ 1094654 w 1151989"/>
              <a:gd name="csY48" fmla="*/ 881918 h 982838"/>
              <a:gd name="csX49" fmla="*/ 1096917 w 1151989"/>
              <a:gd name="csY49" fmla="*/ 878153 h 982838"/>
              <a:gd name="csX50" fmla="*/ 1093899 w 1151989"/>
              <a:gd name="csY50" fmla="*/ 881165 h 982838"/>
              <a:gd name="csX51" fmla="*/ 1094654 w 1151989"/>
              <a:gd name="csY51" fmla="*/ 881919 h 982838"/>
              <a:gd name="csX52" fmla="*/ 1096917 w 1151989"/>
              <a:gd name="csY52" fmla="*/ 874387 h 982838"/>
              <a:gd name="csX53" fmla="*/ 1096162 w 1151989"/>
              <a:gd name="csY53" fmla="*/ 874387 h 982838"/>
              <a:gd name="csX54" fmla="*/ 1096162 w 1151989"/>
              <a:gd name="csY54" fmla="*/ 875141 h 982838"/>
              <a:gd name="csX55" fmla="*/ 1096917 w 1151989"/>
              <a:gd name="csY55" fmla="*/ 874387 h 982838"/>
              <a:gd name="csX56" fmla="*/ 1083338 w 1151989"/>
              <a:gd name="csY56" fmla="*/ 872128 h 982838"/>
              <a:gd name="csX57" fmla="*/ 1082583 w 1151989"/>
              <a:gd name="csY57" fmla="*/ 871374 h 982838"/>
              <a:gd name="csX58" fmla="*/ 1083338 w 1151989"/>
              <a:gd name="csY58" fmla="*/ 872128 h 982838"/>
              <a:gd name="csX59" fmla="*/ 1083338 w 1151989"/>
              <a:gd name="csY59" fmla="*/ 872128 h 982838"/>
              <a:gd name="csX60" fmla="*/ 1090127 w 1151989"/>
              <a:gd name="csY60" fmla="*/ 860831 h 982838"/>
              <a:gd name="csX61" fmla="*/ 1089372 w 1151989"/>
              <a:gd name="csY61" fmla="*/ 860077 h 982838"/>
              <a:gd name="csX62" fmla="*/ 1089372 w 1151989"/>
              <a:gd name="csY62" fmla="*/ 861584 h 982838"/>
              <a:gd name="csX63" fmla="*/ 1090127 w 1151989"/>
              <a:gd name="csY63" fmla="*/ 860830 h 982838"/>
              <a:gd name="csX64" fmla="*/ 1069758 w 1151989"/>
              <a:gd name="csY64" fmla="*/ 860077 h 982838"/>
              <a:gd name="csX65" fmla="*/ 1069003 w 1151989"/>
              <a:gd name="csY65" fmla="*/ 859324 h 982838"/>
              <a:gd name="csX66" fmla="*/ 1069758 w 1151989"/>
              <a:gd name="csY66" fmla="*/ 860077 h 982838"/>
              <a:gd name="csX67" fmla="*/ 1069758 w 1151989"/>
              <a:gd name="csY67" fmla="*/ 860077 h 982838"/>
              <a:gd name="csX68" fmla="*/ 1095408 w 1151989"/>
              <a:gd name="csY68" fmla="*/ 842755 h 982838"/>
              <a:gd name="csX69" fmla="*/ 1093899 w 1151989"/>
              <a:gd name="csY69" fmla="*/ 843509 h 982838"/>
              <a:gd name="csX70" fmla="*/ 1096162 w 1151989"/>
              <a:gd name="csY70" fmla="*/ 844262 h 982838"/>
              <a:gd name="csX71" fmla="*/ 1095408 w 1151989"/>
              <a:gd name="csY71" fmla="*/ 842756 h 982838"/>
              <a:gd name="csX72" fmla="*/ 1098426 w 1151989"/>
              <a:gd name="csY72" fmla="*/ 842755 h 982838"/>
              <a:gd name="csX73" fmla="*/ 1096917 w 1151989"/>
              <a:gd name="csY73" fmla="*/ 841249 h 982838"/>
              <a:gd name="csX74" fmla="*/ 1097672 w 1151989"/>
              <a:gd name="csY74" fmla="*/ 843508 h 982838"/>
              <a:gd name="csX75" fmla="*/ 1098427 w 1151989"/>
              <a:gd name="csY75" fmla="*/ 842755 h 982838"/>
              <a:gd name="csX76" fmla="*/ 1093145 w 1151989"/>
              <a:gd name="csY76" fmla="*/ 841249 h 982838"/>
              <a:gd name="csX77" fmla="*/ 1092390 w 1151989"/>
              <a:gd name="csY77" fmla="*/ 840496 h 982838"/>
              <a:gd name="csX78" fmla="*/ 1092390 w 1151989"/>
              <a:gd name="csY78" fmla="*/ 842002 h 982838"/>
              <a:gd name="csX79" fmla="*/ 1093145 w 1151989"/>
              <a:gd name="csY79" fmla="*/ 841249 h 982838"/>
              <a:gd name="csX80" fmla="*/ 1121058 w 1151989"/>
              <a:gd name="csY80" fmla="*/ 835977 h 982838"/>
              <a:gd name="csX81" fmla="*/ 1121058 w 1151989"/>
              <a:gd name="csY81" fmla="*/ 835224 h 982838"/>
              <a:gd name="csX82" fmla="*/ 1119549 w 1151989"/>
              <a:gd name="csY82" fmla="*/ 838236 h 982838"/>
              <a:gd name="csX83" fmla="*/ 1121058 w 1151989"/>
              <a:gd name="csY83" fmla="*/ 835977 h 982838"/>
              <a:gd name="csX84" fmla="*/ 1089373 w 1151989"/>
              <a:gd name="csY84" fmla="*/ 838990 h 982838"/>
              <a:gd name="csX85" fmla="*/ 1087864 w 1151989"/>
              <a:gd name="csY85" fmla="*/ 838990 h 982838"/>
              <a:gd name="csX86" fmla="*/ 1089373 w 1151989"/>
              <a:gd name="csY86" fmla="*/ 839743 h 982838"/>
              <a:gd name="csX87" fmla="*/ 1089373 w 1151989"/>
              <a:gd name="csY87" fmla="*/ 838990 h 982838"/>
              <a:gd name="csX88" fmla="*/ 1105216 w 1151989"/>
              <a:gd name="csY88" fmla="*/ 829952 h 982838"/>
              <a:gd name="csX89" fmla="*/ 1102952 w 1151989"/>
              <a:gd name="csY89" fmla="*/ 829952 h 982838"/>
              <a:gd name="csX90" fmla="*/ 1102197 w 1151989"/>
              <a:gd name="csY90" fmla="*/ 830706 h 982838"/>
              <a:gd name="csX91" fmla="*/ 1105215 w 1151989"/>
              <a:gd name="csY91" fmla="*/ 829952 h 982838"/>
              <a:gd name="csX92" fmla="*/ 1111251 w 1151989"/>
              <a:gd name="csY92" fmla="*/ 826186 h 982838"/>
              <a:gd name="csX93" fmla="*/ 1111251 w 1151989"/>
              <a:gd name="csY93" fmla="*/ 826186 h 982838"/>
              <a:gd name="csX94" fmla="*/ 1110496 w 1151989"/>
              <a:gd name="csY94" fmla="*/ 826186 h 982838"/>
              <a:gd name="csX95" fmla="*/ 1111251 w 1151989"/>
              <a:gd name="csY95" fmla="*/ 826186 h 982838"/>
              <a:gd name="csX96" fmla="*/ 1047880 w 1151989"/>
              <a:gd name="csY96" fmla="*/ 829199 h 982838"/>
              <a:gd name="csX97" fmla="*/ 1047880 w 1151989"/>
              <a:gd name="csY97" fmla="*/ 827693 h 982838"/>
              <a:gd name="csX98" fmla="*/ 1047125 w 1151989"/>
              <a:gd name="csY98" fmla="*/ 829199 h 982838"/>
              <a:gd name="csX99" fmla="*/ 1047880 w 1151989"/>
              <a:gd name="csY99" fmla="*/ 829199 h 982838"/>
              <a:gd name="csX100" fmla="*/ 1054670 w 1151989"/>
              <a:gd name="csY100" fmla="*/ 826940 h 982838"/>
              <a:gd name="csX101" fmla="*/ 1052406 w 1151989"/>
              <a:gd name="csY101" fmla="*/ 826940 h 982838"/>
              <a:gd name="csX102" fmla="*/ 1054670 w 1151989"/>
              <a:gd name="csY102" fmla="*/ 831458 h 982838"/>
              <a:gd name="csX103" fmla="*/ 1054670 w 1151989"/>
              <a:gd name="csY103" fmla="*/ 826940 h 982838"/>
              <a:gd name="csX104" fmla="*/ 1036564 w 1151989"/>
              <a:gd name="csY104" fmla="*/ 827693 h 982838"/>
              <a:gd name="csX105" fmla="*/ 1036564 w 1151989"/>
              <a:gd name="csY105" fmla="*/ 823174 h 982838"/>
              <a:gd name="csX106" fmla="*/ 1032792 w 1151989"/>
              <a:gd name="csY106" fmla="*/ 823928 h 982838"/>
              <a:gd name="csX107" fmla="*/ 1036564 w 1151989"/>
              <a:gd name="csY107" fmla="*/ 827693 h 982838"/>
              <a:gd name="csX108" fmla="*/ 1026002 w 1151989"/>
              <a:gd name="csY108" fmla="*/ 820162 h 982838"/>
              <a:gd name="csX109" fmla="*/ 1029774 w 1151989"/>
              <a:gd name="csY109" fmla="*/ 823927 h 982838"/>
              <a:gd name="csX110" fmla="*/ 1029774 w 1151989"/>
              <a:gd name="csY110" fmla="*/ 822421 h 982838"/>
              <a:gd name="csX111" fmla="*/ 1026002 w 1151989"/>
              <a:gd name="csY111" fmla="*/ 820162 h 982838"/>
              <a:gd name="csX112" fmla="*/ 1136901 w 1151989"/>
              <a:gd name="csY112" fmla="*/ 824680 h 982838"/>
              <a:gd name="csX113" fmla="*/ 1123322 w 1151989"/>
              <a:gd name="csY113" fmla="*/ 830706 h 982838"/>
              <a:gd name="csX114" fmla="*/ 1127848 w 1151989"/>
              <a:gd name="csY114" fmla="*/ 831459 h 982838"/>
              <a:gd name="csX115" fmla="*/ 1136901 w 1151989"/>
              <a:gd name="csY115" fmla="*/ 824681 h 982838"/>
              <a:gd name="csX116" fmla="*/ 1031283 w 1151989"/>
              <a:gd name="csY116" fmla="*/ 817902 h 982838"/>
              <a:gd name="csX117" fmla="*/ 1026757 w 1151989"/>
              <a:gd name="csY117" fmla="*/ 817902 h 982838"/>
              <a:gd name="csX118" fmla="*/ 1026757 w 1151989"/>
              <a:gd name="csY118" fmla="*/ 819408 h 982838"/>
              <a:gd name="csX119" fmla="*/ 1031283 w 1151989"/>
              <a:gd name="csY119" fmla="*/ 817902 h 982838"/>
              <a:gd name="csX120" fmla="*/ 1150480 w 1151989"/>
              <a:gd name="csY120" fmla="*/ 780245 h 982838"/>
              <a:gd name="csX121" fmla="*/ 1151235 w 1151989"/>
              <a:gd name="csY121" fmla="*/ 776480 h 982838"/>
              <a:gd name="csX122" fmla="*/ 1151990 w 1151989"/>
              <a:gd name="csY122" fmla="*/ 766689 h 982838"/>
              <a:gd name="csX123" fmla="*/ 1150481 w 1151989"/>
              <a:gd name="csY123" fmla="*/ 780245 h 982838"/>
              <a:gd name="csX124" fmla="*/ 1151235 w 1151989"/>
              <a:gd name="csY124" fmla="*/ 738070 h 982838"/>
              <a:gd name="csX125" fmla="*/ 1148218 w 1151989"/>
              <a:gd name="csY125" fmla="*/ 730539 h 982838"/>
              <a:gd name="csX126" fmla="*/ 1146708 w 1151989"/>
              <a:gd name="csY126" fmla="*/ 733551 h 982838"/>
              <a:gd name="csX127" fmla="*/ 1151235 w 1151989"/>
              <a:gd name="csY127" fmla="*/ 738070 h 982838"/>
              <a:gd name="csX128" fmla="*/ 976966 w 1151989"/>
              <a:gd name="csY128" fmla="*/ 756898 h 982838"/>
              <a:gd name="csX129" fmla="*/ 975457 w 1151989"/>
              <a:gd name="csY129" fmla="*/ 759158 h 982838"/>
              <a:gd name="csX130" fmla="*/ 979229 w 1151989"/>
              <a:gd name="csY130" fmla="*/ 759911 h 982838"/>
              <a:gd name="csX131" fmla="*/ 976966 w 1151989"/>
              <a:gd name="csY131" fmla="*/ 756899 h 982838"/>
              <a:gd name="csX132" fmla="*/ 962632 w 1151989"/>
              <a:gd name="csY132" fmla="*/ 750120 h 982838"/>
              <a:gd name="csX133" fmla="*/ 955842 w 1151989"/>
              <a:gd name="csY133" fmla="*/ 752379 h 982838"/>
              <a:gd name="csX134" fmla="*/ 961123 w 1151989"/>
              <a:gd name="csY134" fmla="*/ 753133 h 982838"/>
              <a:gd name="csX135" fmla="*/ 962632 w 1151989"/>
              <a:gd name="csY135" fmla="*/ 750120 h 982838"/>
              <a:gd name="csX136" fmla="*/ 947544 w 1151989"/>
              <a:gd name="csY136" fmla="*/ 751626 h 982838"/>
              <a:gd name="csX137" fmla="*/ 947544 w 1151989"/>
              <a:gd name="csY137" fmla="*/ 749367 h 982838"/>
              <a:gd name="csX138" fmla="*/ 946789 w 1151989"/>
              <a:gd name="csY138" fmla="*/ 750120 h 982838"/>
              <a:gd name="csX139" fmla="*/ 947544 w 1151989"/>
              <a:gd name="csY139" fmla="*/ 751627 h 982838"/>
              <a:gd name="csX140" fmla="*/ 931701 w 1151989"/>
              <a:gd name="csY140" fmla="*/ 750873 h 982838"/>
              <a:gd name="csX141" fmla="*/ 927174 w 1151989"/>
              <a:gd name="csY141" fmla="*/ 753885 h 982838"/>
              <a:gd name="csX142" fmla="*/ 933209 w 1151989"/>
              <a:gd name="csY142" fmla="*/ 756898 h 982838"/>
              <a:gd name="csX143" fmla="*/ 931701 w 1151989"/>
              <a:gd name="csY143" fmla="*/ 750873 h 982838"/>
              <a:gd name="csX144" fmla="*/ 952824 w 1151989"/>
              <a:gd name="csY144" fmla="*/ 751626 h 982838"/>
              <a:gd name="csX145" fmla="*/ 952070 w 1151989"/>
              <a:gd name="csY145" fmla="*/ 749367 h 982838"/>
              <a:gd name="csX146" fmla="*/ 948297 w 1151989"/>
              <a:gd name="csY146" fmla="*/ 748614 h 982838"/>
              <a:gd name="csX147" fmla="*/ 952824 w 1151989"/>
              <a:gd name="csY147" fmla="*/ 751626 h 982838"/>
              <a:gd name="csX148" fmla="*/ 853996 w 1151989"/>
              <a:gd name="csY148" fmla="*/ 677819 h 982838"/>
              <a:gd name="csX149" fmla="*/ 849470 w 1151989"/>
              <a:gd name="csY149" fmla="*/ 680079 h 982838"/>
              <a:gd name="csX150" fmla="*/ 858522 w 1151989"/>
              <a:gd name="csY150" fmla="*/ 683092 h 982838"/>
              <a:gd name="csX151" fmla="*/ 853996 w 1151989"/>
              <a:gd name="csY151" fmla="*/ 677819 h 982838"/>
              <a:gd name="csX152" fmla="*/ 835890 w 1151989"/>
              <a:gd name="csY152" fmla="*/ 653719 h 982838"/>
              <a:gd name="csX153" fmla="*/ 829855 w 1151989"/>
              <a:gd name="csY153" fmla="*/ 644682 h 982838"/>
              <a:gd name="csX154" fmla="*/ 832118 w 1151989"/>
              <a:gd name="csY154" fmla="*/ 651460 h 982838"/>
              <a:gd name="csX155" fmla="*/ 835890 w 1151989"/>
              <a:gd name="csY155" fmla="*/ 653719 h 982838"/>
              <a:gd name="csX156" fmla="*/ 859277 w 1151989"/>
              <a:gd name="csY156" fmla="*/ 668782 h 982838"/>
              <a:gd name="csX157" fmla="*/ 848715 w 1151989"/>
              <a:gd name="csY157" fmla="*/ 644682 h 982838"/>
              <a:gd name="csX158" fmla="*/ 841171 w 1151989"/>
              <a:gd name="csY158" fmla="*/ 642422 h 982838"/>
              <a:gd name="csX159" fmla="*/ 859277 w 1151989"/>
              <a:gd name="csY159" fmla="*/ 668782 h 982838"/>
              <a:gd name="csX160" fmla="*/ 829100 w 1151989"/>
              <a:gd name="csY160" fmla="*/ 638657 h 982838"/>
              <a:gd name="csX161" fmla="*/ 826837 w 1151989"/>
              <a:gd name="csY161" fmla="*/ 632632 h 982838"/>
              <a:gd name="csX162" fmla="*/ 825328 w 1151989"/>
              <a:gd name="csY162" fmla="*/ 628866 h 982838"/>
              <a:gd name="csX163" fmla="*/ 829100 w 1151989"/>
              <a:gd name="csY163" fmla="*/ 638657 h 982838"/>
              <a:gd name="csX164" fmla="*/ 766484 w 1151989"/>
              <a:gd name="csY164" fmla="*/ 555059 h 982838"/>
              <a:gd name="csX165" fmla="*/ 752905 w 1151989"/>
              <a:gd name="csY165" fmla="*/ 545268 h 982838"/>
              <a:gd name="csX166" fmla="*/ 758186 w 1151989"/>
              <a:gd name="csY166" fmla="*/ 550540 h 982838"/>
              <a:gd name="csX167" fmla="*/ 766484 w 1151989"/>
              <a:gd name="csY167" fmla="*/ 555059 h 982838"/>
              <a:gd name="csX168" fmla="*/ 1105970 w 1151989"/>
              <a:gd name="csY168" fmla="*/ 504599 h 982838"/>
              <a:gd name="csX169" fmla="*/ 1050898 w 1151989"/>
              <a:gd name="csY169" fmla="*/ 412717 h 982838"/>
              <a:gd name="csX170" fmla="*/ 1047880 w 1151989"/>
              <a:gd name="csY170" fmla="*/ 412717 h 982838"/>
              <a:gd name="csX171" fmla="*/ 1105970 w 1151989"/>
              <a:gd name="csY171" fmla="*/ 504599 h 982838"/>
              <a:gd name="csX172" fmla="*/ 724991 w 1151989"/>
              <a:gd name="csY172" fmla="*/ 357738 h 982838"/>
              <a:gd name="csX173" fmla="*/ 722728 w 1151989"/>
              <a:gd name="csY173" fmla="*/ 356985 h 982838"/>
              <a:gd name="csX174" fmla="*/ 724991 w 1151989"/>
              <a:gd name="csY174" fmla="*/ 358491 h 982838"/>
              <a:gd name="csX175" fmla="*/ 724991 w 1151989"/>
              <a:gd name="csY175" fmla="*/ 357737 h 982838"/>
              <a:gd name="csX176" fmla="*/ 720465 w 1151989"/>
              <a:gd name="csY176" fmla="*/ 352466 h 982838"/>
              <a:gd name="csX177" fmla="*/ 719710 w 1151989"/>
              <a:gd name="csY177" fmla="*/ 353220 h 982838"/>
              <a:gd name="csX178" fmla="*/ 720465 w 1151989"/>
              <a:gd name="csY178" fmla="*/ 353973 h 982838"/>
              <a:gd name="csX179" fmla="*/ 720465 w 1151989"/>
              <a:gd name="csY179" fmla="*/ 352467 h 982838"/>
              <a:gd name="csX180" fmla="*/ 715184 w 1151989"/>
              <a:gd name="csY180" fmla="*/ 344935 h 982838"/>
              <a:gd name="csX181" fmla="*/ 715184 w 1151989"/>
              <a:gd name="csY181" fmla="*/ 344182 h 982838"/>
              <a:gd name="csX182" fmla="*/ 714429 w 1151989"/>
              <a:gd name="csY182" fmla="*/ 344935 h 982838"/>
              <a:gd name="csX183" fmla="*/ 715184 w 1151989"/>
              <a:gd name="csY183" fmla="*/ 344935 h 982838"/>
              <a:gd name="csX184" fmla="*/ 718202 w 1151989"/>
              <a:gd name="csY184" fmla="*/ 341922 h 982838"/>
              <a:gd name="csX185" fmla="*/ 720465 w 1151989"/>
              <a:gd name="csY185" fmla="*/ 343429 h 982838"/>
              <a:gd name="csX186" fmla="*/ 720465 w 1151989"/>
              <a:gd name="csY186" fmla="*/ 341922 h 982838"/>
              <a:gd name="csX187" fmla="*/ 718202 w 1151989"/>
              <a:gd name="csY187" fmla="*/ 341922 h 982838"/>
              <a:gd name="csX188" fmla="*/ 722728 w 1151989"/>
              <a:gd name="csY188" fmla="*/ 338910 h 982838"/>
              <a:gd name="csX189" fmla="*/ 719710 w 1151989"/>
              <a:gd name="csY189" fmla="*/ 339663 h 982838"/>
              <a:gd name="csX190" fmla="*/ 720465 w 1151989"/>
              <a:gd name="csY190" fmla="*/ 339663 h 982838"/>
              <a:gd name="csX191" fmla="*/ 722728 w 1151989"/>
              <a:gd name="csY191" fmla="*/ 338910 h 982838"/>
              <a:gd name="csX192" fmla="*/ 717447 w 1151989"/>
              <a:gd name="csY192" fmla="*/ 338156 h 982838"/>
              <a:gd name="csX193" fmla="*/ 715184 w 1151989"/>
              <a:gd name="csY193" fmla="*/ 335897 h 982838"/>
              <a:gd name="csX194" fmla="*/ 715939 w 1151989"/>
              <a:gd name="csY194" fmla="*/ 336650 h 982838"/>
              <a:gd name="csX195" fmla="*/ 717447 w 1151989"/>
              <a:gd name="csY195" fmla="*/ 338157 h 982838"/>
              <a:gd name="csX196" fmla="*/ 712167 w 1151989"/>
              <a:gd name="csY196" fmla="*/ 329872 h 982838"/>
              <a:gd name="csX197" fmla="*/ 710658 w 1151989"/>
              <a:gd name="csY197" fmla="*/ 329872 h 982838"/>
              <a:gd name="csX198" fmla="*/ 712921 w 1151989"/>
              <a:gd name="csY198" fmla="*/ 330625 h 982838"/>
              <a:gd name="csX199" fmla="*/ 712166 w 1151989"/>
              <a:gd name="csY199" fmla="*/ 329872 h 982838"/>
              <a:gd name="csX200" fmla="*/ 717447 w 1151989"/>
              <a:gd name="csY200" fmla="*/ 320834 h 982838"/>
              <a:gd name="csX201" fmla="*/ 714429 w 1151989"/>
              <a:gd name="csY201" fmla="*/ 320834 h 982838"/>
              <a:gd name="csX202" fmla="*/ 713675 w 1151989"/>
              <a:gd name="csY202" fmla="*/ 321588 h 982838"/>
              <a:gd name="csX203" fmla="*/ 717447 w 1151989"/>
              <a:gd name="csY203" fmla="*/ 320834 h 982838"/>
              <a:gd name="csX204" fmla="*/ 720465 w 1151989"/>
              <a:gd name="csY204" fmla="*/ 322341 h 982838"/>
              <a:gd name="csX205" fmla="*/ 716693 w 1151989"/>
              <a:gd name="csY205" fmla="*/ 318575 h 982838"/>
              <a:gd name="csX206" fmla="*/ 718202 w 1151989"/>
              <a:gd name="csY206" fmla="*/ 319328 h 982838"/>
              <a:gd name="csX207" fmla="*/ 720465 w 1151989"/>
              <a:gd name="csY207" fmla="*/ 322341 h 982838"/>
              <a:gd name="csX208" fmla="*/ 691797 w 1151989"/>
              <a:gd name="csY208" fmla="*/ 289956 h 982838"/>
              <a:gd name="csX209" fmla="*/ 690288 w 1151989"/>
              <a:gd name="csY209" fmla="*/ 289203 h 982838"/>
              <a:gd name="csX210" fmla="*/ 690288 w 1151989"/>
              <a:gd name="csY210" fmla="*/ 289956 h 982838"/>
              <a:gd name="csX211" fmla="*/ 691797 w 1151989"/>
              <a:gd name="csY211" fmla="*/ 289956 h 982838"/>
              <a:gd name="csX212" fmla="*/ 659358 w 1151989"/>
              <a:gd name="csY212" fmla="*/ 289956 h 982838"/>
              <a:gd name="csX213" fmla="*/ 657094 w 1151989"/>
              <a:gd name="csY213" fmla="*/ 286944 h 982838"/>
              <a:gd name="csX214" fmla="*/ 657849 w 1151989"/>
              <a:gd name="csY214" fmla="*/ 290709 h 982838"/>
              <a:gd name="csX215" fmla="*/ 659358 w 1151989"/>
              <a:gd name="csY215" fmla="*/ 289956 h 982838"/>
              <a:gd name="csX216" fmla="*/ 384751 w 1151989"/>
              <a:gd name="csY216" fmla="*/ 265103 h 982838"/>
              <a:gd name="csX217" fmla="*/ 407383 w 1151989"/>
              <a:gd name="csY217" fmla="*/ 247780 h 982838"/>
              <a:gd name="csX218" fmla="*/ 382488 w 1151989"/>
              <a:gd name="csY218" fmla="*/ 264349 h 982838"/>
              <a:gd name="csX219" fmla="*/ 384751 w 1151989"/>
              <a:gd name="csY219" fmla="*/ 265103 h 982838"/>
              <a:gd name="csX220" fmla="*/ 430016 w 1151989"/>
              <a:gd name="csY220" fmla="*/ 228952 h 982838"/>
              <a:gd name="csX221" fmla="*/ 432279 w 1151989"/>
              <a:gd name="csY221" fmla="*/ 226693 h 982838"/>
              <a:gd name="csX222" fmla="*/ 423226 w 1151989"/>
              <a:gd name="csY222" fmla="*/ 230458 h 982838"/>
              <a:gd name="csX223" fmla="*/ 430016 w 1151989"/>
              <a:gd name="csY223" fmla="*/ 228952 h 982838"/>
              <a:gd name="csX224" fmla="*/ 143339 w 1151989"/>
              <a:gd name="csY224" fmla="*/ 178492 h 982838"/>
              <a:gd name="csX225" fmla="*/ 61108 w 1151989"/>
              <a:gd name="csY225" fmla="*/ 204852 h 982838"/>
              <a:gd name="csX226" fmla="*/ 106372 w 1151989"/>
              <a:gd name="csY226" fmla="*/ 192049 h 982838"/>
              <a:gd name="csX227" fmla="*/ 143339 w 1151989"/>
              <a:gd name="csY227" fmla="*/ 178492 h 982838"/>
              <a:gd name="csX228" fmla="*/ 347785 w 1151989"/>
              <a:gd name="csY228" fmla="*/ 50460 h 982838"/>
              <a:gd name="csX229" fmla="*/ 325907 w 1151989"/>
              <a:gd name="csY229" fmla="*/ 54225 h 982838"/>
              <a:gd name="csX230" fmla="*/ 0 w 1151989"/>
              <a:gd name="csY230" fmla="*/ 106945 h 982838"/>
              <a:gd name="csX231" fmla="*/ 33949 w 1151989"/>
              <a:gd name="csY231" fmla="*/ 184517 h 982838"/>
              <a:gd name="csX232" fmla="*/ 36212 w 1151989"/>
              <a:gd name="csY232" fmla="*/ 185271 h 982838"/>
              <a:gd name="csX233" fmla="*/ 27914 w 1151989"/>
              <a:gd name="csY233" fmla="*/ 216149 h 982838"/>
              <a:gd name="csX234" fmla="*/ 52055 w 1151989"/>
              <a:gd name="csY234" fmla="*/ 205605 h 982838"/>
              <a:gd name="csX235" fmla="*/ 78459 w 1151989"/>
              <a:gd name="csY235" fmla="*/ 182258 h 982838"/>
              <a:gd name="csX236" fmla="*/ 123724 w 1151989"/>
              <a:gd name="csY236" fmla="*/ 180752 h 982838"/>
              <a:gd name="csX237" fmla="*/ 175778 w 1151989"/>
              <a:gd name="csY237" fmla="*/ 161924 h 982838"/>
              <a:gd name="csX238" fmla="*/ 211236 w 1151989"/>
              <a:gd name="csY238" fmla="*/ 167196 h 982838"/>
              <a:gd name="csX239" fmla="*/ 202937 w 1151989"/>
              <a:gd name="csY239" fmla="*/ 179999 h 982838"/>
              <a:gd name="csX240" fmla="*/ 267817 w 1151989"/>
              <a:gd name="csY240" fmla="*/ 201840 h 982838"/>
              <a:gd name="csX241" fmla="*/ 323643 w 1151989"/>
              <a:gd name="csY241" fmla="*/ 228952 h 982838"/>
              <a:gd name="csX242" fmla="*/ 336468 w 1151989"/>
              <a:gd name="csY242" fmla="*/ 259078 h 982838"/>
              <a:gd name="csX243" fmla="*/ 377961 w 1151989"/>
              <a:gd name="csY243" fmla="*/ 250040 h 982838"/>
              <a:gd name="csX244" fmla="*/ 476035 w 1151989"/>
              <a:gd name="csY244" fmla="*/ 170208 h 982838"/>
              <a:gd name="csX245" fmla="*/ 512247 w 1151989"/>
              <a:gd name="csY245" fmla="*/ 171714 h 982838"/>
              <a:gd name="csX246" fmla="*/ 660112 w 1151989"/>
              <a:gd name="csY246" fmla="*/ 283178 h 982838"/>
              <a:gd name="csX247" fmla="*/ 690288 w 1151989"/>
              <a:gd name="csY247" fmla="*/ 277153 h 982838"/>
              <a:gd name="csX248" fmla="*/ 721974 w 1151989"/>
              <a:gd name="csY248" fmla="*/ 319328 h 982838"/>
              <a:gd name="csX249" fmla="*/ 728009 w 1151989"/>
              <a:gd name="csY249" fmla="*/ 386357 h 982838"/>
              <a:gd name="csX250" fmla="*/ 718202 w 1151989"/>
              <a:gd name="csY250" fmla="*/ 428533 h 982838"/>
              <a:gd name="csX251" fmla="*/ 722728 w 1151989"/>
              <a:gd name="csY251" fmla="*/ 449620 h 982838"/>
              <a:gd name="csX252" fmla="*/ 749132 w 1151989"/>
              <a:gd name="csY252" fmla="*/ 502340 h 982838"/>
              <a:gd name="csX253" fmla="*/ 737062 w 1151989"/>
              <a:gd name="csY253" fmla="*/ 460917 h 982838"/>
              <a:gd name="csX254" fmla="*/ 771011 w 1151989"/>
              <a:gd name="csY254" fmla="*/ 460164 h 982838"/>
              <a:gd name="csX255" fmla="*/ 774028 w 1151989"/>
              <a:gd name="csY255" fmla="*/ 490289 h 982838"/>
              <a:gd name="csX256" fmla="*/ 755922 w 1151989"/>
              <a:gd name="csY256" fmla="*/ 536983 h 982838"/>
              <a:gd name="csX257" fmla="*/ 818538 w 1151989"/>
              <a:gd name="csY257" fmla="*/ 622841 h 982838"/>
              <a:gd name="csX258" fmla="*/ 841925 w 1151989"/>
              <a:gd name="csY258" fmla="*/ 623594 h 982838"/>
              <a:gd name="csX259" fmla="*/ 822311 w 1151989"/>
              <a:gd name="csY259" fmla="*/ 597234 h 982838"/>
              <a:gd name="csX260" fmla="*/ 846452 w 1151989"/>
              <a:gd name="csY260" fmla="*/ 600247 h 982838"/>
              <a:gd name="csX261" fmla="*/ 860786 w 1151989"/>
              <a:gd name="csY261" fmla="*/ 591209 h 982838"/>
              <a:gd name="csX262" fmla="*/ 854751 w 1151989"/>
              <a:gd name="csY262" fmla="*/ 639410 h 982838"/>
              <a:gd name="csX263" fmla="*/ 887190 w 1151989"/>
              <a:gd name="csY263" fmla="*/ 665016 h 982838"/>
              <a:gd name="csX264" fmla="*/ 909068 w 1151989"/>
              <a:gd name="csY264" fmla="*/ 723761 h 982838"/>
              <a:gd name="csX265" fmla="*/ 938490 w 1151989"/>
              <a:gd name="csY265" fmla="*/ 741836 h 982838"/>
              <a:gd name="csX266" fmla="*/ 976211 w 1151989"/>
              <a:gd name="csY266" fmla="*/ 751626 h 982838"/>
              <a:gd name="csX267" fmla="*/ 1028266 w 1151989"/>
              <a:gd name="csY267" fmla="*/ 817902 h 982838"/>
              <a:gd name="csX268" fmla="*/ 1055425 w 1151989"/>
              <a:gd name="csY268" fmla="*/ 832212 h 982838"/>
              <a:gd name="csX269" fmla="*/ 1019212 w 1151989"/>
              <a:gd name="csY269" fmla="*/ 834471 h 982838"/>
              <a:gd name="csX270" fmla="*/ 1035809 w 1151989"/>
              <a:gd name="csY270" fmla="*/ 853299 h 982838"/>
              <a:gd name="csX271" fmla="*/ 1095408 w 1151989"/>
              <a:gd name="csY271" fmla="*/ 833718 h 982838"/>
              <a:gd name="csX272" fmla="*/ 1124831 w 1151989"/>
              <a:gd name="csY272" fmla="*/ 817149 h 982838"/>
              <a:gd name="csX273" fmla="*/ 1151989 w 1151989"/>
              <a:gd name="csY273" fmla="*/ 722254 h 982838"/>
              <a:gd name="csX274" fmla="*/ 1138410 w 1151989"/>
              <a:gd name="csY274" fmla="*/ 574640 h 982838"/>
              <a:gd name="csX275" fmla="*/ 1135392 w 1151989"/>
              <a:gd name="csY275" fmla="*/ 559578 h 982838"/>
              <a:gd name="csX276" fmla="*/ 1062969 w 1151989"/>
              <a:gd name="csY276" fmla="*/ 439077 h 982838"/>
              <a:gd name="csX277" fmla="*/ 1001107 w 1151989"/>
              <a:gd name="csY277" fmla="*/ 351713 h 982838"/>
              <a:gd name="csX278" fmla="*/ 966404 w 1151989"/>
              <a:gd name="csY278" fmla="*/ 280166 h 982838"/>
              <a:gd name="csX279" fmla="*/ 995826 w 1151989"/>
              <a:gd name="csY279" fmla="*/ 305019 h 982838"/>
              <a:gd name="csX280" fmla="*/ 1001861 w 1151989"/>
              <a:gd name="csY280" fmla="*/ 300500 h 982838"/>
              <a:gd name="csX281" fmla="*/ 1014686 w 1151989"/>
              <a:gd name="csY281" fmla="*/ 363010 h 982838"/>
              <a:gd name="csX282" fmla="*/ 1047880 w 1151989"/>
              <a:gd name="csY282" fmla="*/ 410458 h 982838"/>
              <a:gd name="csX283" fmla="*/ 1015441 w 1151989"/>
              <a:gd name="csY283" fmla="*/ 347194 h 982838"/>
              <a:gd name="csX284" fmla="*/ 1016950 w 1151989"/>
              <a:gd name="csY284" fmla="*/ 317069 h 982838"/>
              <a:gd name="csX285" fmla="*/ 919630 w 1151989"/>
              <a:gd name="csY285" fmla="*/ 198827 h 982838"/>
              <a:gd name="csX286" fmla="*/ 896243 w 1151989"/>
              <a:gd name="csY286" fmla="*/ 161924 h 982838"/>
              <a:gd name="csX287" fmla="*/ 865312 w 1151989"/>
              <a:gd name="csY287" fmla="*/ 99414 h 982838"/>
              <a:gd name="csX288" fmla="*/ 844189 w 1151989"/>
              <a:gd name="csY288" fmla="*/ 46694 h 982838"/>
              <a:gd name="csX289" fmla="*/ 827592 w 1151989"/>
              <a:gd name="csY289" fmla="*/ 27866 h 982838"/>
              <a:gd name="csX290" fmla="*/ 823819 w 1151989"/>
              <a:gd name="csY290" fmla="*/ 3766 h 982838"/>
              <a:gd name="csX291" fmla="*/ 823065 w 1151989"/>
              <a:gd name="csY291" fmla="*/ 3012 h 982838"/>
              <a:gd name="csX292" fmla="*/ 771010 w 1151989"/>
              <a:gd name="csY292" fmla="*/ 0 h 982838"/>
              <a:gd name="csX293" fmla="*/ 750641 w 1151989"/>
              <a:gd name="csY293" fmla="*/ 15816 h 982838"/>
              <a:gd name="csX294" fmla="*/ 739325 w 1151989"/>
              <a:gd name="csY294" fmla="*/ 73807 h 982838"/>
              <a:gd name="csX295" fmla="*/ 728763 w 1151989"/>
              <a:gd name="csY295" fmla="*/ 46694 h 982838"/>
              <a:gd name="csX296" fmla="*/ 372680 w 1151989"/>
              <a:gd name="csY296" fmla="*/ 91129 h 982838"/>
              <a:gd name="csX297" fmla="*/ 347030 w 1151989"/>
              <a:gd name="csY297" fmla="*/ 51213 h 982838"/>
              <a:gd name="csX298" fmla="*/ 347785 w 1151989"/>
              <a:gd name="csY298" fmla="*/ 50459 h 9828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</a:cxnLst>
            <a:rect l="l" t="t" r="r" b="b"/>
            <a:pathLst>
              <a:path w="1151989" h="982838">
                <a:moveTo>
                  <a:pt x="903787" y="971541"/>
                </a:moveTo>
                <a:lnTo>
                  <a:pt x="902278" y="971541"/>
                </a:lnTo>
                <a:lnTo>
                  <a:pt x="903033" y="972295"/>
                </a:lnTo>
                <a:lnTo>
                  <a:pt x="903787" y="971541"/>
                </a:lnTo>
                <a:close/>
                <a:moveTo>
                  <a:pt x="896997" y="970788"/>
                </a:moveTo>
                <a:lnTo>
                  <a:pt x="896997" y="971541"/>
                </a:lnTo>
                <a:lnTo>
                  <a:pt x="897752" y="971541"/>
                </a:lnTo>
                <a:lnTo>
                  <a:pt x="896997" y="970788"/>
                </a:lnTo>
                <a:close/>
                <a:moveTo>
                  <a:pt x="898506" y="970035"/>
                </a:moveTo>
                <a:lnTo>
                  <a:pt x="898506" y="969282"/>
                </a:lnTo>
                <a:lnTo>
                  <a:pt x="898506" y="970035"/>
                </a:lnTo>
                <a:lnTo>
                  <a:pt x="898506" y="970035"/>
                </a:lnTo>
                <a:close/>
                <a:moveTo>
                  <a:pt x="795905" y="981332"/>
                </a:moveTo>
                <a:lnTo>
                  <a:pt x="795905" y="981332"/>
                </a:lnTo>
                <a:lnTo>
                  <a:pt x="795905" y="982085"/>
                </a:lnTo>
                <a:lnTo>
                  <a:pt x="795905" y="981332"/>
                </a:lnTo>
                <a:close/>
                <a:moveTo>
                  <a:pt x="794397" y="982085"/>
                </a:moveTo>
                <a:lnTo>
                  <a:pt x="794397" y="981332"/>
                </a:lnTo>
                <a:lnTo>
                  <a:pt x="794397" y="982085"/>
                </a:lnTo>
                <a:lnTo>
                  <a:pt x="794397" y="982085"/>
                </a:lnTo>
                <a:close/>
                <a:moveTo>
                  <a:pt x="795152" y="981332"/>
                </a:moveTo>
                <a:lnTo>
                  <a:pt x="795152" y="981332"/>
                </a:lnTo>
                <a:lnTo>
                  <a:pt x="795152" y="981332"/>
                </a:lnTo>
                <a:lnTo>
                  <a:pt x="795152" y="981332"/>
                </a:lnTo>
                <a:close/>
                <a:moveTo>
                  <a:pt x="787607" y="982085"/>
                </a:moveTo>
                <a:lnTo>
                  <a:pt x="786853" y="982085"/>
                </a:lnTo>
                <a:lnTo>
                  <a:pt x="786853" y="982838"/>
                </a:lnTo>
                <a:lnTo>
                  <a:pt x="787607" y="982085"/>
                </a:lnTo>
                <a:close/>
                <a:moveTo>
                  <a:pt x="1001861" y="934638"/>
                </a:moveTo>
                <a:lnTo>
                  <a:pt x="1001106" y="934638"/>
                </a:lnTo>
                <a:lnTo>
                  <a:pt x="1001861" y="936144"/>
                </a:lnTo>
                <a:lnTo>
                  <a:pt x="1001861" y="934638"/>
                </a:lnTo>
                <a:close/>
                <a:moveTo>
                  <a:pt x="1022230" y="929366"/>
                </a:moveTo>
                <a:lnTo>
                  <a:pt x="1022230" y="927859"/>
                </a:lnTo>
                <a:lnTo>
                  <a:pt x="1020721" y="930119"/>
                </a:lnTo>
                <a:lnTo>
                  <a:pt x="1022230" y="929365"/>
                </a:lnTo>
                <a:close/>
                <a:moveTo>
                  <a:pt x="1014686" y="927859"/>
                </a:moveTo>
                <a:lnTo>
                  <a:pt x="1011668" y="924847"/>
                </a:lnTo>
                <a:lnTo>
                  <a:pt x="1010913" y="925600"/>
                </a:lnTo>
                <a:lnTo>
                  <a:pt x="1014685" y="927860"/>
                </a:lnTo>
                <a:close/>
                <a:moveTo>
                  <a:pt x="1012422" y="933884"/>
                </a:moveTo>
                <a:lnTo>
                  <a:pt x="1003370" y="922588"/>
                </a:lnTo>
                <a:lnTo>
                  <a:pt x="1008651" y="932378"/>
                </a:lnTo>
                <a:lnTo>
                  <a:pt x="1012422" y="933884"/>
                </a:lnTo>
                <a:close/>
                <a:moveTo>
                  <a:pt x="1084092" y="889450"/>
                </a:moveTo>
                <a:lnTo>
                  <a:pt x="1084092" y="892462"/>
                </a:lnTo>
                <a:lnTo>
                  <a:pt x="1085601" y="890956"/>
                </a:lnTo>
                <a:lnTo>
                  <a:pt x="1084092" y="889450"/>
                </a:lnTo>
                <a:close/>
                <a:moveTo>
                  <a:pt x="1094654" y="881918"/>
                </a:moveTo>
                <a:lnTo>
                  <a:pt x="1096917" y="878153"/>
                </a:lnTo>
                <a:lnTo>
                  <a:pt x="1093899" y="881165"/>
                </a:lnTo>
                <a:lnTo>
                  <a:pt x="1094654" y="881919"/>
                </a:lnTo>
                <a:close/>
                <a:moveTo>
                  <a:pt x="1096917" y="874387"/>
                </a:moveTo>
                <a:lnTo>
                  <a:pt x="1096162" y="874387"/>
                </a:lnTo>
                <a:lnTo>
                  <a:pt x="1096162" y="875141"/>
                </a:lnTo>
                <a:lnTo>
                  <a:pt x="1096917" y="874387"/>
                </a:lnTo>
                <a:close/>
                <a:moveTo>
                  <a:pt x="1083338" y="872128"/>
                </a:moveTo>
                <a:lnTo>
                  <a:pt x="1082583" y="871374"/>
                </a:lnTo>
                <a:lnTo>
                  <a:pt x="1083338" y="872128"/>
                </a:lnTo>
                <a:lnTo>
                  <a:pt x="1083338" y="872128"/>
                </a:lnTo>
                <a:close/>
                <a:moveTo>
                  <a:pt x="1090127" y="860831"/>
                </a:moveTo>
                <a:lnTo>
                  <a:pt x="1089372" y="860077"/>
                </a:lnTo>
                <a:lnTo>
                  <a:pt x="1089372" y="861584"/>
                </a:lnTo>
                <a:lnTo>
                  <a:pt x="1090127" y="860830"/>
                </a:lnTo>
                <a:close/>
                <a:moveTo>
                  <a:pt x="1069758" y="860077"/>
                </a:moveTo>
                <a:lnTo>
                  <a:pt x="1069003" y="859324"/>
                </a:lnTo>
                <a:lnTo>
                  <a:pt x="1069758" y="860077"/>
                </a:lnTo>
                <a:lnTo>
                  <a:pt x="1069758" y="860077"/>
                </a:lnTo>
                <a:close/>
                <a:moveTo>
                  <a:pt x="1095408" y="842755"/>
                </a:moveTo>
                <a:lnTo>
                  <a:pt x="1093899" y="843509"/>
                </a:lnTo>
                <a:lnTo>
                  <a:pt x="1096162" y="844262"/>
                </a:lnTo>
                <a:lnTo>
                  <a:pt x="1095408" y="842756"/>
                </a:lnTo>
                <a:close/>
                <a:moveTo>
                  <a:pt x="1098426" y="842755"/>
                </a:moveTo>
                <a:lnTo>
                  <a:pt x="1096917" y="841249"/>
                </a:lnTo>
                <a:lnTo>
                  <a:pt x="1097672" y="843508"/>
                </a:lnTo>
                <a:lnTo>
                  <a:pt x="1098427" y="842755"/>
                </a:lnTo>
                <a:close/>
                <a:moveTo>
                  <a:pt x="1093145" y="841249"/>
                </a:moveTo>
                <a:lnTo>
                  <a:pt x="1092390" y="840496"/>
                </a:lnTo>
                <a:lnTo>
                  <a:pt x="1092390" y="842002"/>
                </a:lnTo>
                <a:lnTo>
                  <a:pt x="1093145" y="841249"/>
                </a:lnTo>
                <a:close/>
                <a:moveTo>
                  <a:pt x="1121058" y="835977"/>
                </a:moveTo>
                <a:lnTo>
                  <a:pt x="1121058" y="835224"/>
                </a:lnTo>
                <a:lnTo>
                  <a:pt x="1119549" y="838236"/>
                </a:lnTo>
                <a:lnTo>
                  <a:pt x="1121058" y="835977"/>
                </a:lnTo>
                <a:close/>
                <a:moveTo>
                  <a:pt x="1089373" y="838990"/>
                </a:moveTo>
                <a:lnTo>
                  <a:pt x="1087864" y="838990"/>
                </a:lnTo>
                <a:lnTo>
                  <a:pt x="1089373" y="839743"/>
                </a:lnTo>
                <a:lnTo>
                  <a:pt x="1089373" y="838990"/>
                </a:lnTo>
                <a:close/>
                <a:moveTo>
                  <a:pt x="1105216" y="829952"/>
                </a:moveTo>
                <a:lnTo>
                  <a:pt x="1102952" y="829952"/>
                </a:lnTo>
                <a:lnTo>
                  <a:pt x="1102197" y="830706"/>
                </a:lnTo>
                <a:lnTo>
                  <a:pt x="1105215" y="829952"/>
                </a:lnTo>
                <a:close/>
                <a:moveTo>
                  <a:pt x="1111251" y="826186"/>
                </a:moveTo>
                <a:lnTo>
                  <a:pt x="1111251" y="826186"/>
                </a:lnTo>
                <a:lnTo>
                  <a:pt x="1110496" y="826186"/>
                </a:lnTo>
                <a:lnTo>
                  <a:pt x="1111251" y="826186"/>
                </a:lnTo>
                <a:close/>
                <a:moveTo>
                  <a:pt x="1047880" y="829199"/>
                </a:moveTo>
                <a:lnTo>
                  <a:pt x="1047880" y="827693"/>
                </a:lnTo>
                <a:lnTo>
                  <a:pt x="1047125" y="829199"/>
                </a:lnTo>
                <a:lnTo>
                  <a:pt x="1047880" y="829199"/>
                </a:lnTo>
                <a:close/>
                <a:moveTo>
                  <a:pt x="1054670" y="826940"/>
                </a:moveTo>
                <a:lnTo>
                  <a:pt x="1052406" y="826940"/>
                </a:lnTo>
                <a:lnTo>
                  <a:pt x="1054670" y="831458"/>
                </a:lnTo>
                <a:lnTo>
                  <a:pt x="1054670" y="826940"/>
                </a:lnTo>
                <a:close/>
                <a:moveTo>
                  <a:pt x="1036564" y="827693"/>
                </a:moveTo>
                <a:lnTo>
                  <a:pt x="1036564" y="823174"/>
                </a:lnTo>
                <a:lnTo>
                  <a:pt x="1032792" y="823928"/>
                </a:lnTo>
                <a:lnTo>
                  <a:pt x="1036564" y="827693"/>
                </a:lnTo>
                <a:close/>
                <a:moveTo>
                  <a:pt x="1026002" y="820162"/>
                </a:moveTo>
                <a:lnTo>
                  <a:pt x="1029774" y="823927"/>
                </a:lnTo>
                <a:lnTo>
                  <a:pt x="1029774" y="822421"/>
                </a:lnTo>
                <a:lnTo>
                  <a:pt x="1026002" y="820162"/>
                </a:lnTo>
                <a:close/>
                <a:moveTo>
                  <a:pt x="1136901" y="824680"/>
                </a:moveTo>
                <a:lnTo>
                  <a:pt x="1123322" y="830706"/>
                </a:lnTo>
                <a:lnTo>
                  <a:pt x="1127848" y="831459"/>
                </a:lnTo>
                <a:lnTo>
                  <a:pt x="1136901" y="824681"/>
                </a:lnTo>
                <a:close/>
                <a:moveTo>
                  <a:pt x="1031283" y="817902"/>
                </a:moveTo>
                <a:lnTo>
                  <a:pt x="1026757" y="817902"/>
                </a:lnTo>
                <a:lnTo>
                  <a:pt x="1026757" y="819408"/>
                </a:lnTo>
                <a:lnTo>
                  <a:pt x="1031283" y="817902"/>
                </a:lnTo>
                <a:close/>
                <a:moveTo>
                  <a:pt x="1150480" y="780245"/>
                </a:moveTo>
                <a:lnTo>
                  <a:pt x="1151235" y="776480"/>
                </a:lnTo>
                <a:lnTo>
                  <a:pt x="1151990" y="766689"/>
                </a:lnTo>
                <a:lnTo>
                  <a:pt x="1150481" y="780245"/>
                </a:lnTo>
                <a:close/>
                <a:moveTo>
                  <a:pt x="1151235" y="738070"/>
                </a:moveTo>
                <a:lnTo>
                  <a:pt x="1148218" y="730539"/>
                </a:lnTo>
                <a:lnTo>
                  <a:pt x="1146708" y="733551"/>
                </a:lnTo>
                <a:lnTo>
                  <a:pt x="1151235" y="738070"/>
                </a:lnTo>
                <a:close/>
                <a:moveTo>
                  <a:pt x="976966" y="756898"/>
                </a:moveTo>
                <a:lnTo>
                  <a:pt x="975457" y="759158"/>
                </a:lnTo>
                <a:lnTo>
                  <a:pt x="979229" y="759911"/>
                </a:lnTo>
                <a:lnTo>
                  <a:pt x="976966" y="756899"/>
                </a:lnTo>
                <a:close/>
                <a:moveTo>
                  <a:pt x="962632" y="750120"/>
                </a:moveTo>
                <a:lnTo>
                  <a:pt x="955842" y="752379"/>
                </a:lnTo>
                <a:lnTo>
                  <a:pt x="961123" y="753133"/>
                </a:lnTo>
                <a:lnTo>
                  <a:pt x="962632" y="750120"/>
                </a:lnTo>
                <a:close/>
                <a:moveTo>
                  <a:pt x="947544" y="751626"/>
                </a:moveTo>
                <a:lnTo>
                  <a:pt x="947544" y="749367"/>
                </a:lnTo>
                <a:lnTo>
                  <a:pt x="946789" y="750120"/>
                </a:lnTo>
                <a:lnTo>
                  <a:pt x="947544" y="751627"/>
                </a:lnTo>
                <a:close/>
                <a:moveTo>
                  <a:pt x="931701" y="750873"/>
                </a:moveTo>
                <a:lnTo>
                  <a:pt x="927174" y="753885"/>
                </a:lnTo>
                <a:lnTo>
                  <a:pt x="933209" y="756898"/>
                </a:lnTo>
                <a:lnTo>
                  <a:pt x="931701" y="750873"/>
                </a:lnTo>
                <a:close/>
                <a:moveTo>
                  <a:pt x="952824" y="751626"/>
                </a:moveTo>
                <a:lnTo>
                  <a:pt x="952070" y="749367"/>
                </a:lnTo>
                <a:lnTo>
                  <a:pt x="948297" y="748614"/>
                </a:lnTo>
                <a:lnTo>
                  <a:pt x="952824" y="751626"/>
                </a:lnTo>
                <a:close/>
                <a:moveTo>
                  <a:pt x="853996" y="677819"/>
                </a:moveTo>
                <a:lnTo>
                  <a:pt x="849470" y="680079"/>
                </a:lnTo>
                <a:lnTo>
                  <a:pt x="858522" y="683092"/>
                </a:lnTo>
                <a:lnTo>
                  <a:pt x="853996" y="677819"/>
                </a:lnTo>
                <a:close/>
                <a:moveTo>
                  <a:pt x="835890" y="653719"/>
                </a:moveTo>
                <a:lnTo>
                  <a:pt x="829855" y="644682"/>
                </a:lnTo>
                <a:lnTo>
                  <a:pt x="832118" y="651460"/>
                </a:lnTo>
                <a:lnTo>
                  <a:pt x="835890" y="653719"/>
                </a:lnTo>
                <a:close/>
                <a:moveTo>
                  <a:pt x="859277" y="668782"/>
                </a:moveTo>
                <a:lnTo>
                  <a:pt x="848715" y="644682"/>
                </a:lnTo>
                <a:lnTo>
                  <a:pt x="841171" y="642422"/>
                </a:lnTo>
                <a:lnTo>
                  <a:pt x="859277" y="668782"/>
                </a:lnTo>
                <a:close/>
                <a:moveTo>
                  <a:pt x="829100" y="638657"/>
                </a:moveTo>
                <a:lnTo>
                  <a:pt x="826837" y="632632"/>
                </a:lnTo>
                <a:lnTo>
                  <a:pt x="825328" y="628866"/>
                </a:lnTo>
                <a:lnTo>
                  <a:pt x="829100" y="638657"/>
                </a:lnTo>
                <a:close/>
                <a:moveTo>
                  <a:pt x="766484" y="555059"/>
                </a:moveTo>
                <a:lnTo>
                  <a:pt x="752905" y="545268"/>
                </a:lnTo>
                <a:lnTo>
                  <a:pt x="758186" y="550540"/>
                </a:lnTo>
                <a:lnTo>
                  <a:pt x="766484" y="555059"/>
                </a:lnTo>
                <a:close/>
                <a:moveTo>
                  <a:pt x="1105970" y="504599"/>
                </a:moveTo>
                <a:lnTo>
                  <a:pt x="1050898" y="412717"/>
                </a:lnTo>
                <a:lnTo>
                  <a:pt x="1047880" y="412717"/>
                </a:lnTo>
                <a:lnTo>
                  <a:pt x="1105970" y="504599"/>
                </a:lnTo>
                <a:close/>
                <a:moveTo>
                  <a:pt x="724991" y="357738"/>
                </a:moveTo>
                <a:lnTo>
                  <a:pt x="722728" y="356985"/>
                </a:lnTo>
                <a:lnTo>
                  <a:pt x="724991" y="358491"/>
                </a:lnTo>
                <a:lnTo>
                  <a:pt x="724991" y="357737"/>
                </a:lnTo>
                <a:close/>
                <a:moveTo>
                  <a:pt x="720465" y="352466"/>
                </a:moveTo>
                <a:lnTo>
                  <a:pt x="719710" y="353220"/>
                </a:lnTo>
                <a:lnTo>
                  <a:pt x="720465" y="353973"/>
                </a:lnTo>
                <a:lnTo>
                  <a:pt x="720465" y="352467"/>
                </a:lnTo>
                <a:close/>
                <a:moveTo>
                  <a:pt x="715184" y="344935"/>
                </a:moveTo>
                <a:lnTo>
                  <a:pt x="715184" y="344182"/>
                </a:lnTo>
                <a:lnTo>
                  <a:pt x="714429" y="344935"/>
                </a:lnTo>
                <a:lnTo>
                  <a:pt x="715184" y="344935"/>
                </a:lnTo>
                <a:close/>
                <a:moveTo>
                  <a:pt x="718202" y="341922"/>
                </a:moveTo>
                <a:lnTo>
                  <a:pt x="720465" y="343429"/>
                </a:lnTo>
                <a:lnTo>
                  <a:pt x="720465" y="341922"/>
                </a:lnTo>
                <a:lnTo>
                  <a:pt x="718202" y="341922"/>
                </a:lnTo>
                <a:close/>
                <a:moveTo>
                  <a:pt x="722728" y="338910"/>
                </a:moveTo>
                <a:lnTo>
                  <a:pt x="719710" y="339663"/>
                </a:lnTo>
                <a:lnTo>
                  <a:pt x="720465" y="339663"/>
                </a:lnTo>
                <a:lnTo>
                  <a:pt x="722728" y="338910"/>
                </a:lnTo>
                <a:close/>
                <a:moveTo>
                  <a:pt x="717447" y="338156"/>
                </a:moveTo>
                <a:lnTo>
                  <a:pt x="715184" y="335897"/>
                </a:lnTo>
                <a:lnTo>
                  <a:pt x="715939" y="336650"/>
                </a:lnTo>
                <a:lnTo>
                  <a:pt x="717447" y="338157"/>
                </a:lnTo>
                <a:close/>
                <a:moveTo>
                  <a:pt x="712167" y="329872"/>
                </a:moveTo>
                <a:lnTo>
                  <a:pt x="710658" y="329872"/>
                </a:lnTo>
                <a:lnTo>
                  <a:pt x="712921" y="330625"/>
                </a:lnTo>
                <a:lnTo>
                  <a:pt x="712166" y="329872"/>
                </a:lnTo>
                <a:close/>
                <a:moveTo>
                  <a:pt x="717447" y="320834"/>
                </a:moveTo>
                <a:lnTo>
                  <a:pt x="714429" y="320834"/>
                </a:lnTo>
                <a:lnTo>
                  <a:pt x="713675" y="321588"/>
                </a:lnTo>
                <a:lnTo>
                  <a:pt x="717447" y="320834"/>
                </a:lnTo>
                <a:close/>
                <a:moveTo>
                  <a:pt x="720465" y="322341"/>
                </a:moveTo>
                <a:lnTo>
                  <a:pt x="716693" y="318575"/>
                </a:lnTo>
                <a:lnTo>
                  <a:pt x="718202" y="319328"/>
                </a:lnTo>
                <a:lnTo>
                  <a:pt x="720465" y="322341"/>
                </a:lnTo>
                <a:close/>
                <a:moveTo>
                  <a:pt x="691797" y="289956"/>
                </a:moveTo>
                <a:lnTo>
                  <a:pt x="690288" y="289203"/>
                </a:lnTo>
                <a:lnTo>
                  <a:pt x="690288" y="289956"/>
                </a:lnTo>
                <a:lnTo>
                  <a:pt x="691797" y="289956"/>
                </a:lnTo>
                <a:close/>
                <a:moveTo>
                  <a:pt x="659358" y="289956"/>
                </a:moveTo>
                <a:lnTo>
                  <a:pt x="657094" y="286944"/>
                </a:lnTo>
                <a:lnTo>
                  <a:pt x="657849" y="290709"/>
                </a:lnTo>
                <a:lnTo>
                  <a:pt x="659358" y="289956"/>
                </a:lnTo>
                <a:close/>
                <a:moveTo>
                  <a:pt x="384751" y="265103"/>
                </a:moveTo>
                <a:lnTo>
                  <a:pt x="407383" y="247780"/>
                </a:lnTo>
                <a:lnTo>
                  <a:pt x="382488" y="264349"/>
                </a:lnTo>
                <a:lnTo>
                  <a:pt x="384751" y="265103"/>
                </a:lnTo>
                <a:close/>
                <a:moveTo>
                  <a:pt x="430016" y="228952"/>
                </a:moveTo>
                <a:lnTo>
                  <a:pt x="432279" y="226693"/>
                </a:lnTo>
                <a:lnTo>
                  <a:pt x="423226" y="230458"/>
                </a:lnTo>
                <a:lnTo>
                  <a:pt x="430016" y="228952"/>
                </a:lnTo>
                <a:close/>
                <a:moveTo>
                  <a:pt x="143339" y="178492"/>
                </a:moveTo>
                <a:lnTo>
                  <a:pt x="61108" y="204852"/>
                </a:lnTo>
                <a:lnTo>
                  <a:pt x="106372" y="192049"/>
                </a:lnTo>
                <a:lnTo>
                  <a:pt x="143339" y="178492"/>
                </a:lnTo>
                <a:close/>
                <a:moveTo>
                  <a:pt x="347785" y="50460"/>
                </a:moveTo>
                <a:lnTo>
                  <a:pt x="325907" y="54225"/>
                </a:lnTo>
                <a:lnTo>
                  <a:pt x="0" y="106945"/>
                </a:lnTo>
                <a:lnTo>
                  <a:pt x="33949" y="184517"/>
                </a:lnTo>
                <a:lnTo>
                  <a:pt x="36212" y="185271"/>
                </a:lnTo>
                <a:lnTo>
                  <a:pt x="27914" y="216149"/>
                </a:lnTo>
                <a:lnTo>
                  <a:pt x="52055" y="205605"/>
                </a:lnTo>
                <a:lnTo>
                  <a:pt x="78459" y="182258"/>
                </a:lnTo>
                <a:lnTo>
                  <a:pt x="123724" y="180752"/>
                </a:lnTo>
                <a:lnTo>
                  <a:pt x="175778" y="161924"/>
                </a:lnTo>
                <a:lnTo>
                  <a:pt x="211236" y="167196"/>
                </a:lnTo>
                <a:lnTo>
                  <a:pt x="202937" y="179999"/>
                </a:lnTo>
                <a:lnTo>
                  <a:pt x="267817" y="201840"/>
                </a:lnTo>
                <a:lnTo>
                  <a:pt x="323643" y="228952"/>
                </a:lnTo>
                <a:lnTo>
                  <a:pt x="336468" y="259078"/>
                </a:lnTo>
                <a:lnTo>
                  <a:pt x="377961" y="250040"/>
                </a:lnTo>
                <a:lnTo>
                  <a:pt x="476035" y="170208"/>
                </a:lnTo>
                <a:lnTo>
                  <a:pt x="512247" y="171714"/>
                </a:lnTo>
                <a:lnTo>
                  <a:pt x="660112" y="283178"/>
                </a:lnTo>
                <a:lnTo>
                  <a:pt x="690288" y="277153"/>
                </a:lnTo>
                <a:lnTo>
                  <a:pt x="721974" y="319328"/>
                </a:lnTo>
                <a:lnTo>
                  <a:pt x="728009" y="386357"/>
                </a:lnTo>
                <a:lnTo>
                  <a:pt x="718202" y="428533"/>
                </a:lnTo>
                <a:lnTo>
                  <a:pt x="722728" y="449620"/>
                </a:lnTo>
                <a:lnTo>
                  <a:pt x="749132" y="502340"/>
                </a:lnTo>
                <a:lnTo>
                  <a:pt x="737062" y="460917"/>
                </a:lnTo>
                <a:lnTo>
                  <a:pt x="771011" y="460164"/>
                </a:lnTo>
                <a:lnTo>
                  <a:pt x="774028" y="490289"/>
                </a:lnTo>
                <a:lnTo>
                  <a:pt x="755922" y="536983"/>
                </a:lnTo>
                <a:lnTo>
                  <a:pt x="818538" y="622841"/>
                </a:lnTo>
                <a:lnTo>
                  <a:pt x="841925" y="623594"/>
                </a:lnTo>
                <a:lnTo>
                  <a:pt x="822311" y="597234"/>
                </a:lnTo>
                <a:lnTo>
                  <a:pt x="846452" y="600247"/>
                </a:lnTo>
                <a:lnTo>
                  <a:pt x="860786" y="591209"/>
                </a:lnTo>
                <a:lnTo>
                  <a:pt x="854751" y="639410"/>
                </a:lnTo>
                <a:lnTo>
                  <a:pt x="887190" y="665016"/>
                </a:lnTo>
                <a:lnTo>
                  <a:pt x="909068" y="723761"/>
                </a:lnTo>
                <a:lnTo>
                  <a:pt x="938490" y="741836"/>
                </a:lnTo>
                <a:lnTo>
                  <a:pt x="976211" y="751626"/>
                </a:lnTo>
                <a:lnTo>
                  <a:pt x="1028266" y="817902"/>
                </a:lnTo>
                <a:lnTo>
                  <a:pt x="1055425" y="832212"/>
                </a:lnTo>
                <a:lnTo>
                  <a:pt x="1019212" y="834471"/>
                </a:lnTo>
                <a:lnTo>
                  <a:pt x="1035809" y="853299"/>
                </a:lnTo>
                <a:lnTo>
                  <a:pt x="1095408" y="833718"/>
                </a:lnTo>
                <a:lnTo>
                  <a:pt x="1124831" y="817149"/>
                </a:lnTo>
                <a:lnTo>
                  <a:pt x="1151989" y="722254"/>
                </a:lnTo>
                <a:lnTo>
                  <a:pt x="1138410" y="574640"/>
                </a:lnTo>
                <a:lnTo>
                  <a:pt x="1135392" y="559578"/>
                </a:lnTo>
                <a:lnTo>
                  <a:pt x="1062969" y="439077"/>
                </a:lnTo>
                <a:lnTo>
                  <a:pt x="1001107" y="351713"/>
                </a:lnTo>
                <a:lnTo>
                  <a:pt x="966404" y="280166"/>
                </a:lnTo>
                <a:lnTo>
                  <a:pt x="995826" y="305019"/>
                </a:lnTo>
                <a:lnTo>
                  <a:pt x="1001861" y="300500"/>
                </a:lnTo>
                <a:lnTo>
                  <a:pt x="1014686" y="363010"/>
                </a:lnTo>
                <a:lnTo>
                  <a:pt x="1047880" y="410458"/>
                </a:lnTo>
                <a:lnTo>
                  <a:pt x="1015441" y="347194"/>
                </a:lnTo>
                <a:lnTo>
                  <a:pt x="1016950" y="317069"/>
                </a:lnTo>
                <a:lnTo>
                  <a:pt x="919630" y="198827"/>
                </a:lnTo>
                <a:lnTo>
                  <a:pt x="896243" y="161924"/>
                </a:lnTo>
                <a:lnTo>
                  <a:pt x="865312" y="99414"/>
                </a:lnTo>
                <a:lnTo>
                  <a:pt x="844189" y="46694"/>
                </a:lnTo>
                <a:lnTo>
                  <a:pt x="827592" y="27866"/>
                </a:lnTo>
                <a:lnTo>
                  <a:pt x="823819" y="3766"/>
                </a:lnTo>
                <a:lnTo>
                  <a:pt x="823065" y="3012"/>
                </a:lnTo>
                <a:lnTo>
                  <a:pt x="771010" y="0"/>
                </a:lnTo>
                <a:lnTo>
                  <a:pt x="750641" y="15816"/>
                </a:lnTo>
                <a:lnTo>
                  <a:pt x="739325" y="73807"/>
                </a:lnTo>
                <a:lnTo>
                  <a:pt x="728763" y="46694"/>
                </a:lnTo>
                <a:lnTo>
                  <a:pt x="372680" y="91129"/>
                </a:lnTo>
                <a:lnTo>
                  <a:pt x="347030" y="51213"/>
                </a:lnTo>
                <a:lnTo>
                  <a:pt x="347785" y="50459"/>
                </a:lnTo>
                <a:close/>
              </a:path>
            </a:pathLst>
          </a:custGeom>
          <a:solidFill>
            <a:schemeClr val="tx2">
              <a:lumMod val="50000"/>
              <a:lumOff val="50000"/>
            </a:schemeClr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09AA3AF2-7BB2-A053-A0F5-95939A7B2ED7}"/>
              </a:ext>
            </a:extLst>
          </p:cNvPr>
          <p:cNvSpPr/>
          <p:nvPr/>
        </p:nvSpPr>
        <p:spPr>
          <a:xfrm>
            <a:off x="7283015" y="3205203"/>
            <a:ext cx="691042" cy="708698"/>
          </a:xfrm>
          <a:custGeom>
            <a:avLst/>
            <a:gdLst>
              <a:gd name="csX0" fmla="*/ 661620 w 691042"/>
              <a:gd name="csY0" fmla="*/ 509118 h 708698"/>
              <a:gd name="csX1" fmla="*/ 660866 w 691042"/>
              <a:gd name="csY1" fmla="*/ 486523 h 708698"/>
              <a:gd name="csX2" fmla="*/ 655585 w 691042"/>
              <a:gd name="csY2" fmla="*/ 506105 h 708698"/>
              <a:gd name="csX3" fmla="*/ 661620 w 691042"/>
              <a:gd name="csY3" fmla="*/ 509118 h 708698"/>
              <a:gd name="csX4" fmla="*/ 669919 w 691042"/>
              <a:gd name="csY4" fmla="*/ 474473 h 708698"/>
              <a:gd name="csX5" fmla="*/ 666901 w 691042"/>
              <a:gd name="csY5" fmla="*/ 457151 h 708698"/>
              <a:gd name="csX6" fmla="*/ 664638 w 691042"/>
              <a:gd name="csY6" fmla="*/ 467695 h 708698"/>
              <a:gd name="csX7" fmla="*/ 669919 w 691042"/>
              <a:gd name="csY7" fmla="*/ 474473 h 708698"/>
              <a:gd name="csX8" fmla="*/ 316853 w 691042"/>
              <a:gd name="csY8" fmla="*/ 0 h 708698"/>
              <a:gd name="csX9" fmla="*/ 307046 w 691042"/>
              <a:gd name="csY9" fmla="*/ 2259 h 708698"/>
              <a:gd name="csX10" fmla="*/ 278379 w 691042"/>
              <a:gd name="csY10" fmla="*/ 8284 h 708698"/>
              <a:gd name="csX11" fmla="*/ 172760 w 691042"/>
              <a:gd name="csY11" fmla="*/ 30125 h 708698"/>
              <a:gd name="csX12" fmla="*/ 162953 w 691042"/>
              <a:gd name="csY12" fmla="*/ 32385 h 708698"/>
              <a:gd name="csX13" fmla="*/ 152392 w 691042"/>
              <a:gd name="csY13" fmla="*/ 33891 h 708698"/>
              <a:gd name="csX14" fmla="*/ 93547 w 691042"/>
              <a:gd name="csY14" fmla="*/ 45188 h 708698"/>
              <a:gd name="csX15" fmla="*/ 77705 w 691042"/>
              <a:gd name="csY15" fmla="*/ 48200 h 708698"/>
              <a:gd name="csX16" fmla="*/ 13579 w 691042"/>
              <a:gd name="csY16" fmla="*/ 60251 h 708698"/>
              <a:gd name="csX17" fmla="*/ 0 w 691042"/>
              <a:gd name="csY17" fmla="*/ 61757 h 708698"/>
              <a:gd name="csX18" fmla="*/ 755 w 691042"/>
              <a:gd name="csY18" fmla="*/ 63263 h 708698"/>
              <a:gd name="csX19" fmla="*/ 101846 w 691042"/>
              <a:gd name="csY19" fmla="*/ 370541 h 708698"/>
              <a:gd name="csX20" fmla="*/ 157672 w 691042"/>
              <a:gd name="csY20" fmla="*/ 469955 h 708698"/>
              <a:gd name="csX21" fmla="*/ 144093 w 691042"/>
              <a:gd name="csY21" fmla="*/ 485017 h 708698"/>
              <a:gd name="csX22" fmla="*/ 135795 w 691042"/>
              <a:gd name="csY22" fmla="*/ 543762 h 708698"/>
              <a:gd name="csX23" fmla="*/ 152392 w 691042"/>
              <a:gd name="csY23" fmla="*/ 573887 h 708698"/>
              <a:gd name="csX24" fmla="*/ 153901 w 691042"/>
              <a:gd name="csY24" fmla="*/ 628866 h 708698"/>
              <a:gd name="csX25" fmla="*/ 174270 w 691042"/>
              <a:gd name="csY25" fmla="*/ 667275 h 708698"/>
              <a:gd name="csX26" fmla="*/ 174270 w 691042"/>
              <a:gd name="csY26" fmla="*/ 668029 h 708698"/>
              <a:gd name="csX27" fmla="*/ 173515 w 691042"/>
              <a:gd name="csY27" fmla="*/ 668782 h 708698"/>
              <a:gd name="csX28" fmla="*/ 199165 w 691042"/>
              <a:gd name="csY28" fmla="*/ 708698 h 708698"/>
              <a:gd name="csX29" fmla="*/ 555248 w 691042"/>
              <a:gd name="csY29" fmla="*/ 664263 h 708698"/>
              <a:gd name="csX30" fmla="*/ 565810 w 691042"/>
              <a:gd name="csY30" fmla="*/ 691376 h 708698"/>
              <a:gd name="csX31" fmla="*/ 577126 w 691042"/>
              <a:gd name="csY31" fmla="*/ 633385 h 708698"/>
              <a:gd name="csX32" fmla="*/ 597495 w 691042"/>
              <a:gd name="csY32" fmla="*/ 617569 h 708698"/>
              <a:gd name="csX33" fmla="*/ 649550 w 691042"/>
              <a:gd name="csY33" fmla="*/ 620582 h 708698"/>
              <a:gd name="csX34" fmla="*/ 649550 w 691042"/>
              <a:gd name="csY34" fmla="*/ 620582 h 708698"/>
              <a:gd name="csX35" fmla="*/ 645023 w 691042"/>
              <a:gd name="csY35" fmla="*/ 539243 h 708698"/>
              <a:gd name="csX36" fmla="*/ 654831 w 691042"/>
              <a:gd name="csY36" fmla="*/ 521921 h 708698"/>
              <a:gd name="csX37" fmla="*/ 649550 w 691042"/>
              <a:gd name="csY37" fmla="*/ 489537 h 708698"/>
              <a:gd name="csX38" fmla="*/ 660112 w 691042"/>
              <a:gd name="csY38" fmla="*/ 458658 h 708698"/>
              <a:gd name="csX39" fmla="*/ 675954 w 691042"/>
              <a:gd name="csY39" fmla="*/ 441336 h 708698"/>
              <a:gd name="csX40" fmla="*/ 664638 w 691042"/>
              <a:gd name="csY40" fmla="*/ 430792 h 708698"/>
              <a:gd name="csX41" fmla="*/ 691042 w 691042"/>
              <a:gd name="csY41" fmla="*/ 398408 h 708698"/>
              <a:gd name="csX42" fmla="*/ 690288 w 691042"/>
              <a:gd name="csY42" fmla="*/ 398408 h 708698"/>
              <a:gd name="csX43" fmla="*/ 645023 w 691042"/>
              <a:gd name="csY43" fmla="*/ 356232 h 708698"/>
              <a:gd name="csX44" fmla="*/ 583161 w 691042"/>
              <a:gd name="csY44" fmla="*/ 268116 h 708698"/>
              <a:gd name="csX45" fmla="*/ 549213 w 691042"/>
              <a:gd name="csY45" fmla="*/ 252300 h 708698"/>
              <a:gd name="csX46" fmla="*/ 403611 w 691042"/>
              <a:gd name="csY46" fmla="*/ 130292 h 708698"/>
              <a:gd name="csX47" fmla="*/ 368153 w 691042"/>
              <a:gd name="csY47" fmla="*/ 85105 h 708698"/>
              <a:gd name="csX48" fmla="*/ 299502 w 691042"/>
              <a:gd name="csY48" fmla="*/ 56486 h 708698"/>
              <a:gd name="csX49" fmla="*/ 295730 w 691042"/>
              <a:gd name="csY49" fmla="*/ 41423 h 708698"/>
              <a:gd name="csX50" fmla="*/ 316853 w 691042"/>
              <a:gd name="csY50" fmla="*/ 0 h 708698"/>
              <a:gd name="csX51" fmla="*/ 316853 w 691042"/>
              <a:gd name="csY51" fmla="*/ 0 h 7086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</a:cxnLst>
            <a:rect l="l" t="t" r="r" b="b"/>
            <a:pathLst>
              <a:path w="691042" h="708698">
                <a:moveTo>
                  <a:pt x="661620" y="509118"/>
                </a:moveTo>
                <a:lnTo>
                  <a:pt x="660866" y="486523"/>
                </a:lnTo>
                <a:lnTo>
                  <a:pt x="655585" y="506105"/>
                </a:lnTo>
                <a:lnTo>
                  <a:pt x="661620" y="509118"/>
                </a:lnTo>
                <a:close/>
                <a:moveTo>
                  <a:pt x="669919" y="474473"/>
                </a:moveTo>
                <a:lnTo>
                  <a:pt x="666901" y="457151"/>
                </a:lnTo>
                <a:lnTo>
                  <a:pt x="664638" y="467695"/>
                </a:lnTo>
                <a:lnTo>
                  <a:pt x="669919" y="474473"/>
                </a:lnTo>
                <a:close/>
                <a:moveTo>
                  <a:pt x="316853" y="0"/>
                </a:moveTo>
                <a:lnTo>
                  <a:pt x="307046" y="2259"/>
                </a:lnTo>
                <a:lnTo>
                  <a:pt x="278379" y="8284"/>
                </a:lnTo>
                <a:lnTo>
                  <a:pt x="172760" y="30125"/>
                </a:lnTo>
                <a:lnTo>
                  <a:pt x="162953" y="32385"/>
                </a:lnTo>
                <a:lnTo>
                  <a:pt x="152392" y="33891"/>
                </a:lnTo>
                <a:lnTo>
                  <a:pt x="93547" y="45188"/>
                </a:lnTo>
                <a:lnTo>
                  <a:pt x="77705" y="48200"/>
                </a:lnTo>
                <a:lnTo>
                  <a:pt x="13579" y="60251"/>
                </a:lnTo>
                <a:lnTo>
                  <a:pt x="0" y="61757"/>
                </a:lnTo>
                <a:lnTo>
                  <a:pt x="755" y="63263"/>
                </a:lnTo>
                <a:lnTo>
                  <a:pt x="101846" y="370541"/>
                </a:lnTo>
                <a:lnTo>
                  <a:pt x="157672" y="469955"/>
                </a:lnTo>
                <a:lnTo>
                  <a:pt x="144093" y="485017"/>
                </a:lnTo>
                <a:lnTo>
                  <a:pt x="135795" y="543762"/>
                </a:lnTo>
                <a:lnTo>
                  <a:pt x="152392" y="573887"/>
                </a:lnTo>
                <a:lnTo>
                  <a:pt x="153901" y="628866"/>
                </a:lnTo>
                <a:lnTo>
                  <a:pt x="174270" y="667275"/>
                </a:lnTo>
                <a:lnTo>
                  <a:pt x="174270" y="668029"/>
                </a:lnTo>
                <a:lnTo>
                  <a:pt x="173515" y="668782"/>
                </a:lnTo>
                <a:lnTo>
                  <a:pt x="199165" y="708698"/>
                </a:lnTo>
                <a:lnTo>
                  <a:pt x="555248" y="664263"/>
                </a:lnTo>
                <a:lnTo>
                  <a:pt x="565810" y="691376"/>
                </a:lnTo>
                <a:lnTo>
                  <a:pt x="577126" y="633385"/>
                </a:lnTo>
                <a:lnTo>
                  <a:pt x="597495" y="617569"/>
                </a:lnTo>
                <a:lnTo>
                  <a:pt x="649550" y="620582"/>
                </a:lnTo>
                <a:lnTo>
                  <a:pt x="649550" y="620582"/>
                </a:lnTo>
                <a:lnTo>
                  <a:pt x="645023" y="539243"/>
                </a:lnTo>
                <a:lnTo>
                  <a:pt x="654831" y="521921"/>
                </a:lnTo>
                <a:lnTo>
                  <a:pt x="649550" y="489537"/>
                </a:lnTo>
                <a:lnTo>
                  <a:pt x="660112" y="458658"/>
                </a:lnTo>
                <a:lnTo>
                  <a:pt x="675954" y="441336"/>
                </a:lnTo>
                <a:lnTo>
                  <a:pt x="664638" y="430792"/>
                </a:lnTo>
                <a:lnTo>
                  <a:pt x="691042" y="398408"/>
                </a:lnTo>
                <a:lnTo>
                  <a:pt x="690288" y="398408"/>
                </a:lnTo>
                <a:lnTo>
                  <a:pt x="645023" y="356232"/>
                </a:lnTo>
                <a:lnTo>
                  <a:pt x="583161" y="268116"/>
                </a:lnTo>
                <a:lnTo>
                  <a:pt x="549213" y="252300"/>
                </a:lnTo>
                <a:lnTo>
                  <a:pt x="403611" y="130292"/>
                </a:lnTo>
                <a:lnTo>
                  <a:pt x="368153" y="85105"/>
                </a:lnTo>
                <a:lnTo>
                  <a:pt x="299502" y="56486"/>
                </a:lnTo>
                <a:lnTo>
                  <a:pt x="295730" y="41423"/>
                </a:lnTo>
                <a:lnTo>
                  <a:pt x="316853" y="0"/>
                </a:lnTo>
                <a:lnTo>
                  <a:pt x="316853" y="0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D51B3CAE-4851-2938-E852-264CAFA3894F}"/>
              </a:ext>
            </a:extLst>
          </p:cNvPr>
          <p:cNvSpPr/>
          <p:nvPr/>
        </p:nvSpPr>
        <p:spPr>
          <a:xfrm>
            <a:off x="6559533" y="3316666"/>
            <a:ext cx="451893" cy="773467"/>
          </a:xfrm>
          <a:custGeom>
            <a:avLst/>
            <a:gdLst>
              <a:gd name="csX0" fmla="*/ 381733 w 451893"/>
              <a:gd name="csY0" fmla="*/ 759911 h 773467"/>
              <a:gd name="csX1" fmla="*/ 377961 w 451893"/>
              <a:gd name="csY1" fmla="*/ 760665 h 773467"/>
              <a:gd name="csX2" fmla="*/ 377961 w 451893"/>
              <a:gd name="csY2" fmla="*/ 761418 h 773467"/>
              <a:gd name="csX3" fmla="*/ 381733 w 451893"/>
              <a:gd name="csY3" fmla="*/ 759912 h 773467"/>
              <a:gd name="csX4" fmla="*/ 451893 w 451893"/>
              <a:gd name="csY4" fmla="*/ 750873 h 773467"/>
              <a:gd name="csX5" fmla="*/ 441331 w 451893"/>
              <a:gd name="csY5" fmla="*/ 750873 h 773467"/>
              <a:gd name="csX6" fmla="*/ 451139 w 451893"/>
              <a:gd name="csY6" fmla="*/ 751627 h 773467"/>
              <a:gd name="csX7" fmla="*/ 451894 w 451893"/>
              <a:gd name="csY7" fmla="*/ 750873 h 773467"/>
              <a:gd name="csX8" fmla="*/ 364381 w 451893"/>
              <a:gd name="csY8" fmla="*/ 758405 h 773467"/>
              <a:gd name="csX9" fmla="*/ 361363 w 451893"/>
              <a:gd name="csY9" fmla="*/ 761417 h 773467"/>
              <a:gd name="csX10" fmla="*/ 362118 w 451893"/>
              <a:gd name="csY10" fmla="*/ 762171 h 773467"/>
              <a:gd name="csX11" fmla="*/ 364382 w 451893"/>
              <a:gd name="csY11" fmla="*/ 758405 h 773467"/>
              <a:gd name="csX12" fmla="*/ 435296 w 451893"/>
              <a:gd name="csY12" fmla="*/ 752380 h 773467"/>
              <a:gd name="csX13" fmla="*/ 406628 w 451893"/>
              <a:gd name="csY13" fmla="*/ 752380 h 773467"/>
              <a:gd name="csX14" fmla="*/ 433787 w 451893"/>
              <a:gd name="csY14" fmla="*/ 753133 h 773467"/>
              <a:gd name="csX15" fmla="*/ 435296 w 451893"/>
              <a:gd name="csY15" fmla="*/ 752380 h 773467"/>
              <a:gd name="csX16" fmla="*/ 120706 w 451893"/>
              <a:gd name="csY16" fmla="*/ 34644 h 773467"/>
              <a:gd name="csX17" fmla="*/ 120706 w 451893"/>
              <a:gd name="csY17" fmla="*/ 35398 h 773467"/>
              <a:gd name="csX18" fmla="*/ 89020 w 451893"/>
              <a:gd name="csY18" fmla="*/ 88117 h 773467"/>
              <a:gd name="csX19" fmla="*/ 92038 w 451893"/>
              <a:gd name="csY19" fmla="*/ 128786 h 773467"/>
              <a:gd name="csX20" fmla="*/ 49037 w 451893"/>
              <a:gd name="csY20" fmla="*/ 176234 h 773467"/>
              <a:gd name="csX21" fmla="*/ 60353 w 451893"/>
              <a:gd name="csY21" fmla="*/ 189790 h 773467"/>
              <a:gd name="csX22" fmla="*/ 31685 w 451893"/>
              <a:gd name="csY22" fmla="*/ 310291 h 773467"/>
              <a:gd name="csX23" fmla="*/ 45264 w 451893"/>
              <a:gd name="csY23" fmla="*/ 335898 h 773467"/>
              <a:gd name="csX24" fmla="*/ 37720 w 451893"/>
              <a:gd name="csY24" fmla="*/ 341170 h 773467"/>
              <a:gd name="csX25" fmla="*/ 38475 w 451893"/>
              <a:gd name="csY25" fmla="*/ 357738 h 773467"/>
              <a:gd name="csX26" fmla="*/ 38475 w 451893"/>
              <a:gd name="csY26" fmla="*/ 363010 h 773467"/>
              <a:gd name="csX27" fmla="*/ 55827 w 451893"/>
              <a:gd name="csY27" fmla="*/ 403680 h 773467"/>
              <a:gd name="csX28" fmla="*/ 54318 w 451893"/>
              <a:gd name="csY28" fmla="*/ 428533 h 773467"/>
              <a:gd name="csX29" fmla="*/ 82231 w 451893"/>
              <a:gd name="csY29" fmla="*/ 462424 h 773467"/>
              <a:gd name="csX30" fmla="*/ 24895 w 451893"/>
              <a:gd name="csY30" fmla="*/ 560331 h 773467"/>
              <a:gd name="csX31" fmla="*/ 15843 w 451893"/>
              <a:gd name="csY31" fmla="*/ 619075 h 773467"/>
              <a:gd name="csX32" fmla="*/ 0 w 451893"/>
              <a:gd name="csY32" fmla="*/ 642423 h 773467"/>
              <a:gd name="csX33" fmla="*/ 10562 w 451893"/>
              <a:gd name="csY33" fmla="*/ 669535 h 773467"/>
              <a:gd name="csX34" fmla="*/ 754 w 451893"/>
              <a:gd name="csY34" fmla="*/ 679326 h 773467"/>
              <a:gd name="csX35" fmla="*/ 261027 w 451893"/>
              <a:gd name="csY35" fmla="*/ 650707 h 773467"/>
              <a:gd name="csX36" fmla="*/ 251974 w 451893"/>
              <a:gd name="csY36" fmla="*/ 686857 h 773467"/>
              <a:gd name="csX37" fmla="*/ 285168 w 451893"/>
              <a:gd name="csY37" fmla="*/ 751627 h 773467"/>
              <a:gd name="csX38" fmla="*/ 302520 w 451893"/>
              <a:gd name="csY38" fmla="*/ 773468 h 773467"/>
              <a:gd name="csX39" fmla="*/ 302520 w 451893"/>
              <a:gd name="csY39" fmla="*/ 772714 h 773467"/>
              <a:gd name="csX40" fmla="*/ 330433 w 451893"/>
              <a:gd name="csY40" fmla="*/ 741083 h 773467"/>
              <a:gd name="csX41" fmla="*/ 389277 w 451893"/>
              <a:gd name="csY41" fmla="*/ 728279 h 773467"/>
              <a:gd name="csX42" fmla="*/ 443595 w 451893"/>
              <a:gd name="csY42" fmla="*/ 734304 h 773467"/>
              <a:gd name="csX43" fmla="*/ 451894 w 451893"/>
              <a:gd name="csY43" fmla="*/ 723761 h 773467"/>
              <a:gd name="csX44" fmla="*/ 451894 w 451893"/>
              <a:gd name="csY44" fmla="*/ 723007 h 773467"/>
              <a:gd name="csX45" fmla="*/ 413418 w 451893"/>
              <a:gd name="csY45" fmla="*/ 491042 h 773467"/>
              <a:gd name="csX46" fmla="*/ 411910 w 451893"/>
              <a:gd name="csY46" fmla="*/ 321588 h 773467"/>
              <a:gd name="csX47" fmla="*/ 407383 w 451893"/>
              <a:gd name="csY47" fmla="*/ 12803 h 773467"/>
              <a:gd name="csX48" fmla="*/ 396821 w 451893"/>
              <a:gd name="csY48" fmla="*/ 6025 h 773467"/>
              <a:gd name="csX49" fmla="*/ 393804 w 451893"/>
              <a:gd name="csY49" fmla="*/ 0 h 773467"/>
              <a:gd name="csX50" fmla="*/ 392295 w 451893"/>
              <a:gd name="csY50" fmla="*/ 0 h 773467"/>
              <a:gd name="csX51" fmla="*/ 354574 w 451893"/>
              <a:gd name="csY51" fmla="*/ 5272 h 773467"/>
              <a:gd name="csX52" fmla="*/ 288186 w 451893"/>
              <a:gd name="csY52" fmla="*/ 14310 h 773467"/>
              <a:gd name="csX53" fmla="*/ 137303 w 451893"/>
              <a:gd name="csY53" fmla="*/ 33138 h 773467"/>
              <a:gd name="csX54" fmla="*/ 120706 w 451893"/>
              <a:gd name="csY54" fmla="*/ 34644 h 773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</a:cxnLst>
            <a:rect l="l" t="t" r="r" b="b"/>
            <a:pathLst>
              <a:path w="451893" h="773467">
                <a:moveTo>
                  <a:pt x="381733" y="759911"/>
                </a:moveTo>
                <a:lnTo>
                  <a:pt x="377961" y="760665"/>
                </a:lnTo>
                <a:lnTo>
                  <a:pt x="377961" y="761418"/>
                </a:lnTo>
                <a:lnTo>
                  <a:pt x="381733" y="759912"/>
                </a:lnTo>
                <a:close/>
                <a:moveTo>
                  <a:pt x="451893" y="750873"/>
                </a:moveTo>
                <a:lnTo>
                  <a:pt x="441331" y="750873"/>
                </a:lnTo>
                <a:lnTo>
                  <a:pt x="451139" y="751627"/>
                </a:lnTo>
                <a:lnTo>
                  <a:pt x="451894" y="750873"/>
                </a:lnTo>
                <a:close/>
                <a:moveTo>
                  <a:pt x="364381" y="758405"/>
                </a:moveTo>
                <a:lnTo>
                  <a:pt x="361363" y="761417"/>
                </a:lnTo>
                <a:lnTo>
                  <a:pt x="362118" y="762171"/>
                </a:lnTo>
                <a:lnTo>
                  <a:pt x="364382" y="758405"/>
                </a:lnTo>
                <a:close/>
                <a:moveTo>
                  <a:pt x="435296" y="752380"/>
                </a:moveTo>
                <a:lnTo>
                  <a:pt x="406628" y="752380"/>
                </a:lnTo>
                <a:lnTo>
                  <a:pt x="433787" y="753133"/>
                </a:lnTo>
                <a:lnTo>
                  <a:pt x="435296" y="752380"/>
                </a:lnTo>
                <a:close/>
                <a:moveTo>
                  <a:pt x="120706" y="34644"/>
                </a:moveTo>
                <a:lnTo>
                  <a:pt x="120706" y="35398"/>
                </a:lnTo>
                <a:lnTo>
                  <a:pt x="89020" y="88117"/>
                </a:lnTo>
                <a:lnTo>
                  <a:pt x="92038" y="128786"/>
                </a:lnTo>
                <a:lnTo>
                  <a:pt x="49037" y="176234"/>
                </a:lnTo>
                <a:lnTo>
                  <a:pt x="60353" y="189790"/>
                </a:lnTo>
                <a:lnTo>
                  <a:pt x="31685" y="310291"/>
                </a:lnTo>
                <a:lnTo>
                  <a:pt x="45264" y="335898"/>
                </a:lnTo>
                <a:lnTo>
                  <a:pt x="37720" y="341170"/>
                </a:lnTo>
                <a:lnTo>
                  <a:pt x="38475" y="357738"/>
                </a:lnTo>
                <a:lnTo>
                  <a:pt x="38475" y="363010"/>
                </a:lnTo>
                <a:lnTo>
                  <a:pt x="55827" y="403680"/>
                </a:lnTo>
                <a:lnTo>
                  <a:pt x="54318" y="428533"/>
                </a:lnTo>
                <a:lnTo>
                  <a:pt x="82231" y="462424"/>
                </a:lnTo>
                <a:lnTo>
                  <a:pt x="24895" y="560331"/>
                </a:lnTo>
                <a:lnTo>
                  <a:pt x="15843" y="619075"/>
                </a:lnTo>
                <a:lnTo>
                  <a:pt x="0" y="642423"/>
                </a:lnTo>
                <a:lnTo>
                  <a:pt x="10562" y="669535"/>
                </a:lnTo>
                <a:lnTo>
                  <a:pt x="754" y="679326"/>
                </a:lnTo>
                <a:lnTo>
                  <a:pt x="261027" y="650707"/>
                </a:lnTo>
                <a:lnTo>
                  <a:pt x="251974" y="686857"/>
                </a:lnTo>
                <a:lnTo>
                  <a:pt x="285168" y="751627"/>
                </a:lnTo>
                <a:lnTo>
                  <a:pt x="302520" y="773468"/>
                </a:lnTo>
                <a:lnTo>
                  <a:pt x="302520" y="772714"/>
                </a:lnTo>
                <a:lnTo>
                  <a:pt x="330433" y="741083"/>
                </a:lnTo>
                <a:lnTo>
                  <a:pt x="389277" y="728279"/>
                </a:lnTo>
                <a:lnTo>
                  <a:pt x="443595" y="734304"/>
                </a:lnTo>
                <a:lnTo>
                  <a:pt x="451894" y="723761"/>
                </a:lnTo>
                <a:lnTo>
                  <a:pt x="451894" y="723007"/>
                </a:lnTo>
                <a:lnTo>
                  <a:pt x="413418" y="491042"/>
                </a:lnTo>
                <a:lnTo>
                  <a:pt x="411910" y="321588"/>
                </a:lnTo>
                <a:lnTo>
                  <a:pt x="407383" y="12803"/>
                </a:lnTo>
                <a:lnTo>
                  <a:pt x="396821" y="6025"/>
                </a:lnTo>
                <a:lnTo>
                  <a:pt x="393804" y="0"/>
                </a:lnTo>
                <a:lnTo>
                  <a:pt x="392295" y="0"/>
                </a:lnTo>
                <a:lnTo>
                  <a:pt x="354574" y="5272"/>
                </a:lnTo>
                <a:lnTo>
                  <a:pt x="288186" y="14310"/>
                </a:lnTo>
                <a:lnTo>
                  <a:pt x="137303" y="33138"/>
                </a:lnTo>
                <a:lnTo>
                  <a:pt x="120706" y="34644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228E3AF3-37D8-3BD8-B692-71C8D371394D}"/>
              </a:ext>
            </a:extLst>
          </p:cNvPr>
          <p:cNvSpPr/>
          <p:nvPr/>
        </p:nvSpPr>
        <p:spPr>
          <a:xfrm>
            <a:off x="7578745" y="3126124"/>
            <a:ext cx="632198" cy="477486"/>
          </a:xfrm>
          <a:custGeom>
            <a:avLst/>
            <a:gdLst>
              <a:gd name="csX0" fmla="*/ 21124 w 632198"/>
              <a:gd name="csY0" fmla="*/ 79079 h 477486"/>
              <a:gd name="csX1" fmla="*/ 21124 w 632198"/>
              <a:gd name="csY1" fmla="*/ 79079 h 477486"/>
              <a:gd name="csX2" fmla="*/ 0 w 632198"/>
              <a:gd name="csY2" fmla="*/ 120501 h 477486"/>
              <a:gd name="csX3" fmla="*/ 3772 w 632198"/>
              <a:gd name="csY3" fmla="*/ 135564 h 477486"/>
              <a:gd name="csX4" fmla="*/ 72424 w 632198"/>
              <a:gd name="csY4" fmla="*/ 164183 h 477486"/>
              <a:gd name="csX5" fmla="*/ 107881 w 632198"/>
              <a:gd name="csY5" fmla="*/ 209371 h 477486"/>
              <a:gd name="csX6" fmla="*/ 253483 w 632198"/>
              <a:gd name="csY6" fmla="*/ 331378 h 477486"/>
              <a:gd name="csX7" fmla="*/ 287432 w 632198"/>
              <a:gd name="csY7" fmla="*/ 347194 h 477486"/>
              <a:gd name="csX8" fmla="*/ 349294 w 632198"/>
              <a:gd name="csY8" fmla="*/ 435311 h 477486"/>
              <a:gd name="csX9" fmla="*/ 394558 w 632198"/>
              <a:gd name="csY9" fmla="*/ 477486 h 477486"/>
              <a:gd name="csX10" fmla="*/ 394558 w 632198"/>
              <a:gd name="csY10" fmla="*/ 477486 h 477486"/>
              <a:gd name="csX11" fmla="*/ 402103 w 632198"/>
              <a:gd name="csY11" fmla="*/ 442842 h 477486"/>
              <a:gd name="csX12" fmla="*/ 390032 w 632198"/>
              <a:gd name="csY12" fmla="*/ 409704 h 477486"/>
              <a:gd name="csX13" fmla="*/ 422472 w 632198"/>
              <a:gd name="csY13" fmla="*/ 433804 h 477486"/>
              <a:gd name="csX14" fmla="*/ 440578 w 632198"/>
              <a:gd name="csY14" fmla="*/ 419495 h 477486"/>
              <a:gd name="csX15" fmla="*/ 409646 w 632198"/>
              <a:gd name="csY15" fmla="*/ 393888 h 477486"/>
              <a:gd name="csX16" fmla="*/ 447367 w 632198"/>
              <a:gd name="csY16" fmla="*/ 391629 h 477486"/>
              <a:gd name="csX17" fmla="*/ 506212 w 632198"/>
              <a:gd name="csY17" fmla="*/ 341922 h 477486"/>
              <a:gd name="csX18" fmla="*/ 499422 w 632198"/>
              <a:gd name="csY18" fmla="*/ 329119 h 477486"/>
              <a:gd name="csX19" fmla="*/ 535634 w 632198"/>
              <a:gd name="csY19" fmla="*/ 301253 h 477486"/>
              <a:gd name="csX20" fmla="*/ 531862 w 632198"/>
              <a:gd name="csY20" fmla="*/ 287697 h 477486"/>
              <a:gd name="csX21" fmla="*/ 558266 w 632198"/>
              <a:gd name="csY21" fmla="*/ 271128 h 477486"/>
              <a:gd name="csX22" fmla="*/ 559775 w 632198"/>
              <a:gd name="csY22" fmla="*/ 232718 h 477486"/>
              <a:gd name="csX23" fmla="*/ 601268 w 632198"/>
              <a:gd name="csY23" fmla="*/ 155898 h 477486"/>
              <a:gd name="csX24" fmla="*/ 629181 w 632198"/>
              <a:gd name="csY24" fmla="*/ 120501 h 477486"/>
              <a:gd name="csX25" fmla="*/ 632199 w 632198"/>
              <a:gd name="csY25" fmla="*/ 118995 h 477486"/>
              <a:gd name="csX26" fmla="*/ 463964 w 632198"/>
              <a:gd name="csY26" fmla="*/ 12803 h 477486"/>
              <a:gd name="csX27" fmla="*/ 401348 w 632198"/>
              <a:gd name="csY27" fmla="*/ 24853 h 477486"/>
              <a:gd name="csX28" fmla="*/ 316100 w 632198"/>
              <a:gd name="csY28" fmla="*/ 21841 h 477486"/>
              <a:gd name="csX29" fmla="*/ 273852 w 632198"/>
              <a:gd name="csY29" fmla="*/ 0 h 477486"/>
              <a:gd name="csX30" fmla="*/ 23387 w 632198"/>
              <a:gd name="csY30" fmla="*/ 79079 h 477486"/>
              <a:gd name="csX31" fmla="*/ 21124 w 632198"/>
              <a:gd name="csY31" fmla="*/ 79079 h 4774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632198" h="477486">
                <a:moveTo>
                  <a:pt x="21124" y="79079"/>
                </a:moveTo>
                <a:lnTo>
                  <a:pt x="21124" y="79079"/>
                </a:lnTo>
                <a:lnTo>
                  <a:pt x="0" y="120501"/>
                </a:lnTo>
                <a:lnTo>
                  <a:pt x="3772" y="135564"/>
                </a:lnTo>
                <a:lnTo>
                  <a:pt x="72424" y="164183"/>
                </a:lnTo>
                <a:lnTo>
                  <a:pt x="107881" y="209371"/>
                </a:lnTo>
                <a:lnTo>
                  <a:pt x="253483" y="331378"/>
                </a:lnTo>
                <a:lnTo>
                  <a:pt x="287432" y="347194"/>
                </a:lnTo>
                <a:lnTo>
                  <a:pt x="349294" y="435311"/>
                </a:lnTo>
                <a:lnTo>
                  <a:pt x="394558" y="477486"/>
                </a:lnTo>
                <a:lnTo>
                  <a:pt x="394558" y="477486"/>
                </a:lnTo>
                <a:lnTo>
                  <a:pt x="402103" y="442842"/>
                </a:lnTo>
                <a:lnTo>
                  <a:pt x="390032" y="409704"/>
                </a:lnTo>
                <a:lnTo>
                  <a:pt x="422472" y="433804"/>
                </a:lnTo>
                <a:lnTo>
                  <a:pt x="440578" y="419495"/>
                </a:lnTo>
                <a:lnTo>
                  <a:pt x="409646" y="393888"/>
                </a:lnTo>
                <a:lnTo>
                  <a:pt x="447367" y="391629"/>
                </a:lnTo>
                <a:lnTo>
                  <a:pt x="506212" y="341922"/>
                </a:lnTo>
                <a:lnTo>
                  <a:pt x="499422" y="329119"/>
                </a:lnTo>
                <a:lnTo>
                  <a:pt x="535634" y="301253"/>
                </a:lnTo>
                <a:lnTo>
                  <a:pt x="531862" y="287697"/>
                </a:lnTo>
                <a:lnTo>
                  <a:pt x="558266" y="271128"/>
                </a:lnTo>
                <a:lnTo>
                  <a:pt x="559775" y="232718"/>
                </a:lnTo>
                <a:lnTo>
                  <a:pt x="601268" y="155898"/>
                </a:lnTo>
                <a:lnTo>
                  <a:pt x="629181" y="120501"/>
                </a:lnTo>
                <a:lnTo>
                  <a:pt x="632199" y="118995"/>
                </a:lnTo>
                <a:lnTo>
                  <a:pt x="463964" y="12803"/>
                </a:lnTo>
                <a:lnTo>
                  <a:pt x="401348" y="24853"/>
                </a:lnTo>
                <a:lnTo>
                  <a:pt x="316100" y="21841"/>
                </a:lnTo>
                <a:lnTo>
                  <a:pt x="273852" y="0"/>
                </a:lnTo>
                <a:lnTo>
                  <a:pt x="23387" y="79079"/>
                </a:lnTo>
                <a:lnTo>
                  <a:pt x="21124" y="79079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DF335BB1-471F-D93C-BCCE-C4714578AFCA}"/>
              </a:ext>
            </a:extLst>
          </p:cNvPr>
          <p:cNvSpPr/>
          <p:nvPr/>
        </p:nvSpPr>
        <p:spPr>
          <a:xfrm>
            <a:off x="6446370" y="2138014"/>
            <a:ext cx="509229" cy="884931"/>
          </a:xfrm>
          <a:custGeom>
            <a:avLst/>
            <a:gdLst>
              <a:gd name="csX0" fmla="*/ 64880 w 509229"/>
              <a:gd name="csY0" fmla="*/ 40669 h 884931"/>
              <a:gd name="csX1" fmla="*/ 63371 w 509229"/>
              <a:gd name="csY1" fmla="*/ 44435 h 884931"/>
              <a:gd name="csX2" fmla="*/ 92039 w 509229"/>
              <a:gd name="csY2" fmla="*/ 62510 h 884931"/>
              <a:gd name="csX3" fmla="*/ 101092 w 509229"/>
              <a:gd name="csY3" fmla="*/ 80585 h 884931"/>
              <a:gd name="csX4" fmla="*/ 131268 w 509229"/>
              <a:gd name="csY4" fmla="*/ 109204 h 884931"/>
              <a:gd name="csX5" fmla="*/ 130514 w 509229"/>
              <a:gd name="csY5" fmla="*/ 133304 h 884931"/>
              <a:gd name="csX6" fmla="*/ 113917 w 509229"/>
              <a:gd name="csY6" fmla="*/ 180752 h 884931"/>
              <a:gd name="csX7" fmla="*/ 76196 w 509229"/>
              <a:gd name="csY7" fmla="*/ 207865 h 884931"/>
              <a:gd name="csX8" fmla="*/ 42247 w 509229"/>
              <a:gd name="csY8" fmla="*/ 214643 h 884931"/>
              <a:gd name="csX9" fmla="*/ 35457 w 509229"/>
              <a:gd name="csY9" fmla="*/ 253806 h 884931"/>
              <a:gd name="csX10" fmla="*/ 46774 w 509229"/>
              <a:gd name="csY10" fmla="*/ 259078 h 884931"/>
              <a:gd name="csX11" fmla="*/ 35457 w 509229"/>
              <a:gd name="csY11" fmla="*/ 335897 h 884931"/>
              <a:gd name="csX12" fmla="*/ 7544 w 509229"/>
              <a:gd name="csY12" fmla="*/ 353219 h 884931"/>
              <a:gd name="csX13" fmla="*/ 12825 w 509229"/>
              <a:gd name="csY13" fmla="*/ 382591 h 884931"/>
              <a:gd name="csX14" fmla="*/ 6035 w 509229"/>
              <a:gd name="csY14" fmla="*/ 385604 h 884931"/>
              <a:gd name="csX15" fmla="*/ 6035 w 509229"/>
              <a:gd name="csY15" fmla="*/ 385604 h 884931"/>
              <a:gd name="csX16" fmla="*/ 0 w 509229"/>
              <a:gd name="csY16" fmla="*/ 418742 h 884931"/>
              <a:gd name="csX17" fmla="*/ 24141 w 509229"/>
              <a:gd name="csY17" fmla="*/ 485770 h 884931"/>
              <a:gd name="csX18" fmla="*/ 110144 w 509229"/>
              <a:gd name="csY18" fmla="*/ 558071 h 884931"/>
              <a:gd name="csX19" fmla="*/ 117688 w 509229"/>
              <a:gd name="csY19" fmla="*/ 592715 h 884931"/>
              <a:gd name="csX20" fmla="*/ 134285 w 509229"/>
              <a:gd name="csY20" fmla="*/ 610037 h 884931"/>
              <a:gd name="csX21" fmla="*/ 188604 w 509229"/>
              <a:gd name="csY21" fmla="*/ 607025 h 884931"/>
              <a:gd name="csX22" fmla="*/ 178796 w 509229"/>
              <a:gd name="csY22" fmla="*/ 657485 h 884931"/>
              <a:gd name="csX23" fmla="*/ 175024 w 509229"/>
              <a:gd name="csY23" fmla="*/ 711710 h 884931"/>
              <a:gd name="csX24" fmla="*/ 207464 w 509229"/>
              <a:gd name="csY24" fmla="*/ 738070 h 884931"/>
              <a:gd name="csX25" fmla="*/ 258764 w 509229"/>
              <a:gd name="csY25" fmla="*/ 760664 h 884931"/>
              <a:gd name="csX26" fmla="*/ 285923 w 509229"/>
              <a:gd name="csY26" fmla="*/ 781752 h 884931"/>
              <a:gd name="csX27" fmla="*/ 301011 w 509229"/>
              <a:gd name="csY27" fmla="*/ 824680 h 884931"/>
              <a:gd name="csX28" fmla="*/ 292713 w 509229"/>
              <a:gd name="csY28" fmla="*/ 840496 h 884931"/>
              <a:gd name="csX29" fmla="*/ 346276 w 509229"/>
              <a:gd name="csY29" fmla="*/ 884178 h 884931"/>
              <a:gd name="csX30" fmla="*/ 348539 w 509229"/>
              <a:gd name="csY30" fmla="*/ 884931 h 884931"/>
              <a:gd name="csX31" fmla="*/ 344013 w 509229"/>
              <a:gd name="csY31" fmla="*/ 880412 h 884931"/>
              <a:gd name="csX32" fmla="*/ 359101 w 509229"/>
              <a:gd name="csY32" fmla="*/ 845015 h 884931"/>
              <a:gd name="csX33" fmla="*/ 417191 w 509229"/>
              <a:gd name="csY33" fmla="*/ 860831 h 884931"/>
              <a:gd name="csX34" fmla="*/ 431525 w 509229"/>
              <a:gd name="csY34" fmla="*/ 844262 h 884931"/>
              <a:gd name="csX35" fmla="*/ 420208 w 509229"/>
              <a:gd name="csY35" fmla="*/ 811124 h 884931"/>
              <a:gd name="csX36" fmla="*/ 467736 w 509229"/>
              <a:gd name="csY36" fmla="*/ 783258 h 884931"/>
              <a:gd name="csX37" fmla="*/ 454911 w 509229"/>
              <a:gd name="csY37" fmla="*/ 765183 h 884931"/>
              <a:gd name="csX38" fmla="*/ 466228 w 509229"/>
              <a:gd name="csY38" fmla="*/ 739576 h 884931"/>
              <a:gd name="csX39" fmla="*/ 466228 w 509229"/>
              <a:gd name="csY39" fmla="*/ 737317 h 884931"/>
              <a:gd name="csX40" fmla="*/ 463210 w 509229"/>
              <a:gd name="csY40" fmla="*/ 736564 h 884931"/>
              <a:gd name="csX41" fmla="*/ 463964 w 509229"/>
              <a:gd name="csY41" fmla="*/ 669535 h 884931"/>
              <a:gd name="csX42" fmla="*/ 480561 w 509229"/>
              <a:gd name="csY42" fmla="*/ 657485 h 884931"/>
              <a:gd name="csX43" fmla="*/ 509229 w 509229"/>
              <a:gd name="csY43" fmla="*/ 590456 h 884931"/>
              <a:gd name="csX44" fmla="*/ 503194 w 509229"/>
              <a:gd name="csY44" fmla="*/ 561084 h 884931"/>
              <a:gd name="csX45" fmla="*/ 484334 w 509229"/>
              <a:gd name="csY45" fmla="*/ 525686 h 884931"/>
              <a:gd name="csX46" fmla="*/ 494896 w 509229"/>
              <a:gd name="csY46" fmla="*/ 485770 h 884931"/>
              <a:gd name="csX47" fmla="*/ 442087 w 509229"/>
              <a:gd name="csY47" fmla="*/ 114476 h 884931"/>
              <a:gd name="csX48" fmla="*/ 434542 w 509229"/>
              <a:gd name="csY48" fmla="*/ 106192 h 884931"/>
              <a:gd name="csX49" fmla="*/ 414928 w 509229"/>
              <a:gd name="csY49" fmla="*/ 61757 h 884931"/>
              <a:gd name="csX50" fmla="*/ 399085 w 509229"/>
              <a:gd name="csY50" fmla="*/ 45188 h 884931"/>
              <a:gd name="csX51" fmla="*/ 392295 w 509229"/>
              <a:gd name="csY51" fmla="*/ 1506 h 884931"/>
              <a:gd name="csX52" fmla="*/ 392295 w 509229"/>
              <a:gd name="csY52" fmla="*/ 0 h 884931"/>
              <a:gd name="csX53" fmla="*/ 290449 w 509229"/>
              <a:gd name="csY53" fmla="*/ 14309 h 884931"/>
              <a:gd name="csX54" fmla="*/ 229342 w 509229"/>
              <a:gd name="csY54" fmla="*/ 21841 h 884931"/>
              <a:gd name="csX55" fmla="*/ 64880 w 509229"/>
              <a:gd name="csY55" fmla="*/ 40669 h 884931"/>
              <a:gd name="csX56" fmla="*/ 64880 w 509229"/>
              <a:gd name="csY56" fmla="*/ 40669 h 8849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</a:cxnLst>
            <a:rect l="l" t="t" r="r" b="b"/>
            <a:pathLst>
              <a:path w="509229" h="884931">
                <a:moveTo>
                  <a:pt x="64880" y="40669"/>
                </a:moveTo>
                <a:lnTo>
                  <a:pt x="63371" y="44435"/>
                </a:lnTo>
                <a:lnTo>
                  <a:pt x="92039" y="62510"/>
                </a:lnTo>
                <a:lnTo>
                  <a:pt x="101092" y="80585"/>
                </a:lnTo>
                <a:lnTo>
                  <a:pt x="131268" y="109204"/>
                </a:lnTo>
                <a:lnTo>
                  <a:pt x="130514" y="133304"/>
                </a:lnTo>
                <a:lnTo>
                  <a:pt x="113917" y="180752"/>
                </a:lnTo>
                <a:lnTo>
                  <a:pt x="76196" y="207865"/>
                </a:lnTo>
                <a:lnTo>
                  <a:pt x="42247" y="214643"/>
                </a:lnTo>
                <a:lnTo>
                  <a:pt x="35457" y="253806"/>
                </a:lnTo>
                <a:lnTo>
                  <a:pt x="46774" y="259078"/>
                </a:lnTo>
                <a:lnTo>
                  <a:pt x="35457" y="335897"/>
                </a:lnTo>
                <a:lnTo>
                  <a:pt x="7544" y="353219"/>
                </a:lnTo>
                <a:lnTo>
                  <a:pt x="12825" y="382591"/>
                </a:lnTo>
                <a:lnTo>
                  <a:pt x="6035" y="385604"/>
                </a:lnTo>
                <a:lnTo>
                  <a:pt x="6035" y="385604"/>
                </a:lnTo>
                <a:lnTo>
                  <a:pt x="0" y="418742"/>
                </a:lnTo>
                <a:lnTo>
                  <a:pt x="24141" y="485770"/>
                </a:lnTo>
                <a:lnTo>
                  <a:pt x="110144" y="558071"/>
                </a:lnTo>
                <a:lnTo>
                  <a:pt x="117688" y="592715"/>
                </a:lnTo>
                <a:lnTo>
                  <a:pt x="134285" y="610037"/>
                </a:lnTo>
                <a:lnTo>
                  <a:pt x="188604" y="607025"/>
                </a:lnTo>
                <a:lnTo>
                  <a:pt x="178796" y="657485"/>
                </a:lnTo>
                <a:lnTo>
                  <a:pt x="175024" y="711710"/>
                </a:lnTo>
                <a:lnTo>
                  <a:pt x="207464" y="738070"/>
                </a:lnTo>
                <a:lnTo>
                  <a:pt x="258764" y="760664"/>
                </a:lnTo>
                <a:lnTo>
                  <a:pt x="285923" y="781752"/>
                </a:lnTo>
                <a:lnTo>
                  <a:pt x="301011" y="824680"/>
                </a:lnTo>
                <a:lnTo>
                  <a:pt x="292713" y="840496"/>
                </a:lnTo>
                <a:lnTo>
                  <a:pt x="346276" y="884178"/>
                </a:lnTo>
                <a:lnTo>
                  <a:pt x="348539" y="884931"/>
                </a:lnTo>
                <a:lnTo>
                  <a:pt x="344013" y="880412"/>
                </a:lnTo>
                <a:lnTo>
                  <a:pt x="359101" y="845015"/>
                </a:lnTo>
                <a:lnTo>
                  <a:pt x="417191" y="860831"/>
                </a:lnTo>
                <a:lnTo>
                  <a:pt x="431525" y="844262"/>
                </a:lnTo>
                <a:lnTo>
                  <a:pt x="420208" y="811124"/>
                </a:lnTo>
                <a:lnTo>
                  <a:pt x="467736" y="783258"/>
                </a:lnTo>
                <a:lnTo>
                  <a:pt x="454911" y="765183"/>
                </a:lnTo>
                <a:lnTo>
                  <a:pt x="466228" y="739576"/>
                </a:lnTo>
                <a:lnTo>
                  <a:pt x="466228" y="737317"/>
                </a:lnTo>
                <a:lnTo>
                  <a:pt x="463210" y="736564"/>
                </a:lnTo>
                <a:lnTo>
                  <a:pt x="463964" y="669535"/>
                </a:lnTo>
                <a:lnTo>
                  <a:pt x="480561" y="657485"/>
                </a:lnTo>
                <a:lnTo>
                  <a:pt x="509229" y="590456"/>
                </a:lnTo>
                <a:lnTo>
                  <a:pt x="503194" y="561084"/>
                </a:lnTo>
                <a:lnTo>
                  <a:pt x="484334" y="525686"/>
                </a:lnTo>
                <a:lnTo>
                  <a:pt x="494896" y="485770"/>
                </a:lnTo>
                <a:lnTo>
                  <a:pt x="442087" y="114476"/>
                </a:lnTo>
                <a:lnTo>
                  <a:pt x="434542" y="106192"/>
                </a:lnTo>
                <a:lnTo>
                  <a:pt x="414928" y="61757"/>
                </a:lnTo>
                <a:lnTo>
                  <a:pt x="399085" y="45188"/>
                </a:lnTo>
                <a:lnTo>
                  <a:pt x="392295" y="1506"/>
                </a:lnTo>
                <a:lnTo>
                  <a:pt x="392295" y="0"/>
                </a:lnTo>
                <a:lnTo>
                  <a:pt x="290449" y="14309"/>
                </a:lnTo>
                <a:lnTo>
                  <a:pt x="229342" y="21841"/>
                </a:lnTo>
                <a:lnTo>
                  <a:pt x="64880" y="40669"/>
                </a:lnTo>
                <a:lnTo>
                  <a:pt x="64880" y="40669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E6145902-1741-A36B-D217-EB15C02B72BF}"/>
              </a:ext>
            </a:extLst>
          </p:cNvPr>
          <p:cNvSpPr/>
          <p:nvPr/>
        </p:nvSpPr>
        <p:spPr>
          <a:xfrm>
            <a:off x="6888457" y="2194498"/>
            <a:ext cx="393803" cy="680832"/>
          </a:xfrm>
          <a:custGeom>
            <a:avLst/>
            <a:gdLst>
              <a:gd name="csX0" fmla="*/ 313836 w 393803"/>
              <a:gd name="csY0" fmla="*/ 0 h 680832"/>
              <a:gd name="csX1" fmla="*/ 198411 w 393803"/>
              <a:gd name="csY1" fmla="*/ 20335 h 680832"/>
              <a:gd name="csX2" fmla="*/ 172007 w 393803"/>
              <a:gd name="csY2" fmla="*/ 25607 h 680832"/>
              <a:gd name="csX3" fmla="*/ 78459 w 393803"/>
              <a:gd name="csY3" fmla="*/ 40670 h 680832"/>
              <a:gd name="csX4" fmla="*/ 58844 w 393803"/>
              <a:gd name="csY4" fmla="*/ 56485 h 680832"/>
              <a:gd name="csX5" fmla="*/ 29422 w 393803"/>
              <a:gd name="csY5" fmla="*/ 70042 h 680832"/>
              <a:gd name="csX6" fmla="*/ 18106 w 393803"/>
              <a:gd name="csY6" fmla="*/ 69288 h 680832"/>
              <a:gd name="csX7" fmla="*/ 4527 w 393803"/>
              <a:gd name="csY7" fmla="*/ 62510 h 680832"/>
              <a:gd name="csX8" fmla="*/ 0 w 393803"/>
              <a:gd name="csY8" fmla="*/ 57991 h 680832"/>
              <a:gd name="csX9" fmla="*/ 52809 w 393803"/>
              <a:gd name="csY9" fmla="*/ 429286 h 680832"/>
              <a:gd name="csX10" fmla="*/ 42247 w 393803"/>
              <a:gd name="csY10" fmla="*/ 469202 h 680832"/>
              <a:gd name="csX11" fmla="*/ 61108 w 393803"/>
              <a:gd name="csY11" fmla="*/ 504599 h 680832"/>
              <a:gd name="csX12" fmla="*/ 67143 w 393803"/>
              <a:gd name="csY12" fmla="*/ 533971 h 680832"/>
              <a:gd name="csX13" fmla="*/ 38475 w 393803"/>
              <a:gd name="csY13" fmla="*/ 601000 h 680832"/>
              <a:gd name="csX14" fmla="*/ 21878 w 393803"/>
              <a:gd name="csY14" fmla="*/ 613050 h 680832"/>
              <a:gd name="csX15" fmla="*/ 21124 w 393803"/>
              <a:gd name="csY15" fmla="*/ 680079 h 680832"/>
              <a:gd name="csX16" fmla="*/ 24141 w 393803"/>
              <a:gd name="csY16" fmla="*/ 680832 h 680832"/>
              <a:gd name="csX17" fmla="*/ 27159 w 393803"/>
              <a:gd name="csY17" fmla="*/ 680079 h 680832"/>
              <a:gd name="csX18" fmla="*/ 38475 w 393803"/>
              <a:gd name="csY18" fmla="*/ 658991 h 680832"/>
              <a:gd name="csX19" fmla="*/ 66388 w 393803"/>
              <a:gd name="csY19" fmla="*/ 658991 h 680832"/>
              <a:gd name="csX20" fmla="*/ 100337 w 393803"/>
              <a:gd name="csY20" fmla="*/ 647694 h 680832"/>
              <a:gd name="csX21" fmla="*/ 142584 w 393803"/>
              <a:gd name="csY21" fmla="*/ 663510 h 680832"/>
              <a:gd name="csX22" fmla="*/ 147111 w 393803"/>
              <a:gd name="csY22" fmla="*/ 646188 h 680832"/>
              <a:gd name="csX23" fmla="*/ 171252 w 393803"/>
              <a:gd name="csY23" fmla="*/ 628113 h 680832"/>
              <a:gd name="csX24" fmla="*/ 207463 w 393803"/>
              <a:gd name="csY24" fmla="*/ 633385 h 680832"/>
              <a:gd name="csX25" fmla="*/ 227078 w 393803"/>
              <a:gd name="csY25" fmla="*/ 594975 h 680832"/>
              <a:gd name="csX26" fmla="*/ 280642 w 393803"/>
              <a:gd name="csY26" fmla="*/ 599494 h 680832"/>
              <a:gd name="csX27" fmla="*/ 279887 w 393803"/>
              <a:gd name="csY27" fmla="*/ 577653 h 680832"/>
              <a:gd name="csX28" fmla="*/ 327415 w 393803"/>
              <a:gd name="csY28" fmla="*/ 515143 h 680832"/>
              <a:gd name="csX29" fmla="*/ 319871 w 393803"/>
              <a:gd name="csY29" fmla="*/ 486524 h 680832"/>
              <a:gd name="csX30" fmla="*/ 353065 w 393803"/>
              <a:gd name="csY30" fmla="*/ 485770 h 680832"/>
              <a:gd name="csX31" fmla="*/ 393803 w 393803"/>
              <a:gd name="csY31" fmla="*/ 453386 h 680832"/>
              <a:gd name="csX32" fmla="*/ 383996 w 393803"/>
              <a:gd name="csY32" fmla="*/ 416482 h 680832"/>
              <a:gd name="csX33" fmla="*/ 385505 w 393803"/>
              <a:gd name="csY33" fmla="*/ 414976 h 680832"/>
              <a:gd name="csX34" fmla="*/ 383996 w 393803"/>
              <a:gd name="csY34" fmla="*/ 402173 h 680832"/>
              <a:gd name="csX35" fmla="*/ 338731 w 393803"/>
              <a:gd name="csY35" fmla="*/ 135564 h 680832"/>
              <a:gd name="csX36" fmla="*/ 318362 w 393803"/>
              <a:gd name="csY36" fmla="*/ 21841 h 680832"/>
              <a:gd name="csX37" fmla="*/ 316099 w 393803"/>
              <a:gd name="csY37" fmla="*/ 9791 h 680832"/>
              <a:gd name="csX38" fmla="*/ 313835 w 393803"/>
              <a:gd name="csY38" fmla="*/ 0 h 6808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</a:cxnLst>
            <a:rect l="l" t="t" r="r" b="b"/>
            <a:pathLst>
              <a:path w="393803" h="680832">
                <a:moveTo>
                  <a:pt x="313836" y="0"/>
                </a:moveTo>
                <a:lnTo>
                  <a:pt x="198411" y="20335"/>
                </a:lnTo>
                <a:lnTo>
                  <a:pt x="172007" y="25607"/>
                </a:lnTo>
                <a:lnTo>
                  <a:pt x="78459" y="40670"/>
                </a:lnTo>
                <a:lnTo>
                  <a:pt x="58844" y="56485"/>
                </a:lnTo>
                <a:lnTo>
                  <a:pt x="29422" y="70042"/>
                </a:lnTo>
                <a:lnTo>
                  <a:pt x="18106" y="69288"/>
                </a:lnTo>
                <a:lnTo>
                  <a:pt x="4527" y="62510"/>
                </a:lnTo>
                <a:lnTo>
                  <a:pt x="0" y="57991"/>
                </a:lnTo>
                <a:lnTo>
                  <a:pt x="52809" y="429286"/>
                </a:lnTo>
                <a:lnTo>
                  <a:pt x="42247" y="469202"/>
                </a:lnTo>
                <a:lnTo>
                  <a:pt x="61108" y="504599"/>
                </a:lnTo>
                <a:lnTo>
                  <a:pt x="67143" y="533971"/>
                </a:lnTo>
                <a:lnTo>
                  <a:pt x="38475" y="601000"/>
                </a:lnTo>
                <a:lnTo>
                  <a:pt x="21878" y="613050"/>
                </a:lnTo>
                <a:lnTo>
                  <a:pt x="21124" y="680079"/>
                </a:lnTo>
                <a:lnTo>
                  <a:pt x="24141" y="680832"/>
                </a:lnTo>
                <a:lnTo>
                  <a:pt x="27159" y="680079"/>
                </a:lnTo>
                <a:lnTo>
                  <a:pt x="38475" y="658991"/>
                </a:lnTo>
                <a:lnTo>
                  <a:pt x="66388" y="658991"/>
                </a:lnTo>
                <a:lnTo>
                  <a:pt x="100337" y="647694"/>
                </a:lnTo>
                <a:lnTo>
                  <a:pt x="142584" y="663510"/>
                </a:lnTo>
                <a:lnTo>
                  <a:pt x="147111" y="646188"/>
                </a:lnTo>
                <a:lnTo>
                  <a:pt x="171252" y="628113"/>
                </a:lnTo>
                <a:lnTo>
                  <a:pt x="207463" y="633385"/>
                </a:lnTo>
                <a:lnTo>
                  <a:pt x="227078" y="594975"/>
                </a:lnTo>
                <a:lnTo>
                  <a:pt x="280642" y="599494"/>
                </a:lnTo>
                <a:lnTo>
                  <a:pt x="279887" y="577653"/>
                </a:lnTo>
                <a:lnTo>
                  <a:pt x="327415" y="515143"/>
                </a:lnTo>
                <a:lnTo>
                  <a:pt x="319871" y="486524"/>
                </a:lnTo>
                <a:lnTo>
                  <a:pt x="353065" y="485770"/>
                </a:lnTo>
                <a:lnTo>
                  <a:pt x="393803" y="453386"/>
                </a:lnTo>
                <a:lnTo>
                  <a:pt x="383996" y="416482"/>
                </a:lnTo>
                <a:lnTo>
                  <a:pt x="385505" y="414976"/>
                </a:lnTo>
                <a:lnTo>
                  <a:pt x="383996" y="402173"/>
                </a:lnTo>
                <a:lnTo>
                  <a:pt x="338731" y="135564"/>
                </a:lnTo>
                <a:lnTo>
                  <a:pt x="318362" y="21841"/>
                </a:lnTo>
                <a:lnTo>
                  <a:pt x="316099" y="9791"/>
                </a:lnTo>
                <a:lnTo>
                  <a:pt x="313835" y="0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D575C6B6-8533-FF78-72E3-1C9E2F8DC62B}"/>
              </a:ext>
            </a:extLst>
          </p:cNvPr>
          <p:cNvSpPr/>
          <p:nvPr/>
        </p:nvSpPr>
        <p:spPr>
          <a:xfrm>
            <a:off x="6748136" y="2598931"/>
            <a:ext cx="918120" cy="506105"/>
          </a:xfrm>
          <a:custGeom>
            <a:avLst/>
            <a:gdLst>
              <a:gd name="csX0" fmla="*/ 9807 w 918120"/>
              <a:gd name="csY0" fmla="*/ 503093 h 506105"/>
              <a:gd name="csX1" fmla="*/ 7544 w 918120"/>
              <a:gd name="csY1" fmla="*/ 497067 h 506105"/>
              <a:gd name="csX2" fmla="*/ 3018 w 918120"/>
              <a:gd name="csY2" fmla="*/ 495561 h 506105"/>
              <a:gd name="csX3" fmla="*/ 0 w 918120"/>
              <a:gd name="csY3" fmla="*/ 505352 h 506105"/>
              <a:gd name="csX4" fmla="*/ 755 w 918120"/>
              <a:gd name="csY4" fmla="*/ 506105 h 506105"/>
              <a:gd name="csX5" fmla="*/ 9053 w 918120"/>
              <a:gd name="csY5" fmla="*/ 505352 h 506105"/>
              <a:gd name="csX6" fmla="*/ 9808 w 918120"/>
              <a:gd name="csY6" fmla="*/ 503093 h 506105"/>
              <a:gd name="csX7" fmla="*/ 525826 w 918120"/>
              <a:gd name="csY7" fmla="*/ 10544 h 506105"/>
              <a:gd name="csX8" fmla="*/ 524317 w 918120"/>
              <a:gd name="csY8" fmla="*/ 12050 h 506105"/>
              <a:gd name="csX9" fmla="*/ 534124 w 918120"/>
              <a:gd name="csY9" fmla="*/ 48953 h 506105"/>
              <a:gd name="csX10" fmla="*/ 493386 w 918120"/>
              <a:gd name="csY10" fmla="*/ 81338 h 506105"/>
              <a:gd name="csX11" fmla="*/ 460192 w 918120"/>
              <a:gd name="csY11" fmla="*/ 82092 h 506105"/>
              <a:gd name="csX12" fmla="*/ 467736 w 918120"/>
              <a:gd name="csY12" fmla="*/ 110711 h 506105"/>
              <a:gd name="csX13" fmla="*/ 420208 w 918120"/>
              <a:gd name="csY13" fmla="*/ 173221 h 506105"/>
              <a:gd name="csX14" fmla="*/ 420963 w 918120"/>
              <a:gd name="csY14" fmla="*/ 195062 h 506105"/>
              <a:gd name="csX15" fmla="*/ 367400 w 918120"/>
              <a:gd name="csY15" fmla="*/ 190543 h 506105"/>
              <a:gd name="csX16" fmla="*/ 347785 w 918120"/>
              <a:gd name="csY16" fmla="*/ 228952 h 506105"/>
              <a:gd name="csX17" fmla="*/ 311573 w 918120"/>
              <a:gd name="csY17" fmla="*/ 223680 h 506105"/>
              <a:gd name="csX18" fmla="*/ 287432 w 918120"/>
              <a:gd name="csY18" fmla="*/ 241756 h 506105"/>
              <a:gd name="csX19" fmla="*/ 282905 w 918120"/>
              <a:gd name="csY19" fmla="*/ 259078 h 506105"/>
              <a:gd name="csX20" fmla="*/ 240658 w 918120"/>
              <a:gd name="csY20" fmla="*/ 243262 h 506105"/>
              <a:gd name="csX21" fmla="*/ 206709 w 918120"/>
              <a:gd name="csY21" fmla="*/ 254559 h 506105"/>
              <a:gd name="csX22" fmla="*/ 178796 w 918120"/>
              <a:gd name="csY22" fmla="*/ 254559 h 506105"/>
              <a:gd name="csX23" fmla="*/ 167480 w 918120"/>
              <a:gd name="csY23" fmla="*/ 275647 h 506105"/>
              <a:gd name="csX24" fmla="*/ 164462 w 918120"/>
              <a:gd name="csY24" fmla="*/ 276400 h 506105"/>
              <a:gd name="csX25" fmla="*/ 164462 w 918120"/>
              <a:gd name="csY25" fmla="*/ 278660 h 506105"/>
              <a:gd name="csX26" fmla="*/ 153146 w 918120"/>
              <a:gd name="csY26" fmla="*/ 304266 h 506105"/>
              <a:gd name="csX27" fmla="*/ 165971 w 918120"/>
              <a:gd name="csY27" fmla="*/ 322341 h 506105"/>
              <a:gd name="csX28" fmla="*/ 118443 w 918120"/>
              <a:gd name="csY28" fmla="*/ 350207 h 506105"/>
              <a:gd name="csX29" fmla="*/ 129759 w 918120"/>
              <a:gd name="csY29" fmla="*/ 383345 h 506105"/>
              <a:gd name="csX30" fmla="*/ 115425 w 918120"/>
              <a:gd name="csY30" fmla="*/ 399914 h 506105"/>
              <a:gd name="csX31" fmla="*/ 57336 w 918120"/>
              <a:gd name="csY31" fmla="*/ 384098 h 506105"/>
              <a:gd name="csX32" fmla="*/ 42247 w 918120"/>
              <a:gd name="csY32" fmla="*/ 419495 h 506105"/>
              <a:gd name="csX33" fmla="*/ 46774 w 918120"/>
              <a:gd name="csY33" fmla="*/ 424014 h 506105"/>
              <a:gd name="csX34" fmla="*/ 48282 w 918120"/>
              <a:gd name="csY34" fmla="*/ 427027 h 506105"/>
              <a:gd name="csX35" fmla="*/ 41493 w 918120"/>
              <a:gd name="csY35" fmla="*/ 488783 h 506105"/>
              <a:gd name="csX36" fmla="*/ 38475 w 918120"/>
              <a:gd name="csY36" fmla="*/ 490290 h 506105"/>
              <a:gd name="csX37" fmla="*/ 18860 w 918120"/>
              <a:gd name="csY37" fmla="*/ 502340 h 506105"/>
              <a:gd name="csX38" fmla="*/ 18106 w 918120"/>
              <a:gd name="csY38" fmla="*/ 504599 h 506105"/>
              <a:gd name="csX39" fmla="*/ 39983 w 918120"/>
              <a:gd name="csY39" fmla="*/ 501587 h 506105"/>
              <a:gd name="csX40" fmla="*/ 192375 w 918120"/>
              <a:gd name="csY40" fmla="*/ 481252 h 506105"/>
              <a:gd name="csX41" fmla="*/ 184831 w 918120"/>
              <a:gd name="csY41" fmla="*/ 451127 h 506105"/>
              <a:gd name="csX42" fmla="*/ 210481 w 918120"/>
              <a:gd name="csY42" fmla="*/ 450373 h 506105"/>
              <a:gd name="csX43" fmla="*/ 517527 w 918120"/>
              <a:gd name="csY43" fmla="*/ 409704 h 506105"/>
              <a:gd name="csX44" fmla="*/ 733290 w 918120"/>
              <a:gd name="csY44" fmla="*/ 373554 h 506105"/>
              <a:gd name="csX45" fmla="*/ 736307 w 918120"/>
              <a:gd name="csY45" fmla="*/ 371295 h 506105"/>
              <a:gd name="csX46" fmla="*/ 741588 w 918120"/>
              <a:gd name="csY46" fmla="*/ 365270 h 506105"/>
              <a:gd name="csX47" fmla="*/ 798169 w 918120"/>
              <a:gd name="csY47" fmla="*/ 335144 h 506105"/>
              <a:gd name="csX48" fmla="*/ 841925 w 918120"/>
              <a:gd name="csY48" fmla="*/ 277906 h 506105"/>
              <a:gd name="csX49" fmla="*/ 847961 w 918120"/>
              <a:gd name="csY49" fmla="*/ 258325 h 506105"/>
              <a:gd name="csX50" fmla="*/ 876628 w 918120"/>
              <a:gd name="csY50" fmla="*/ 235731 h 506105"/>
              <a:gd name="csX51" fmla="*/ 912840 w 918120"/>
              <a:gd name="csY51" fmla="*/ 189790 h 506105"/>
              <a:gd name="csX52" fmla="*/ 918121 w 918120"/>
              <a:gd name="csY52" fmla="*/ 182258 h 506105"/>
              <a:gd name="csX53" fmla="*/ 915858 w 918120"/>
              <a:gd name="csY53" fmla="*/ 181505 h 506105"/>
              <a:gd name="csX54" fmla="*/ 896997 w 918120"/>
              <a:gd name="csY54" fmla="*/ 181505 h 506105"/>
              <a:gd name="csX55" fmla="*/ 872856 w 918120"/>
              <a:gd name="csY55" fmla="*/ 167948 h 506105"/>
              <a:gd name="csX56" fmla="*/ 829855 w 918120"/>
              <a:gd name="csY56" fmla="*/ 115982 h 506105"/>
              <a:gd name="csX57" fmla="*/ 814766 w 918120"/>
              <a:gd name="csY57" fmla="*/ 63263 h 506105"/>
              <a:gd name="csX58" fmla="*/ 814766 w 918120"/>
              <a:gd name="csY58" fmla="*/ 61757 h 506105"/>
              <a:gd name="csX59" fmla="*/ 813258 w 918120"/>
              <a:gd name="csY59" fmla="*/ 60251 h 506105"/>
              <a:gd name="csX60" fmla="*/ 781572 w 918120"/>
              <a:gd name="csY60" fmla="*/ 42175 h 506105"/>
              <a:gd name="csX61" fmla="*/ 767238 w 918120"/>
              <a:gd name="csY61" fmla="*/ 18075 h 506105"/>
              <a:gd name="csX62" fmla="*/ 738571 w 918120"/>
              <a:gd name="csY62" fmla="*/ 45941 h 506105"/>
              <a:gd name="csX63" fmla="*/ 720465 w 918120"/>
              <a:gd name="csY63" fmla="*/ 50460 h 506105"/>
              <a:gd name="csX64" fmla="*/ 697832 w 918120"/>
              <a:gd name="csY64" fmla="*/ 41422 h 506105"/>
              <a:gd name="csX65" fmla="*/ 678217 w 918120"/>
              <a:gd name="csY65" fmla="*/ 56485 h 506105"/>
              <a:gd name="csX66" fmla="*/ 637479 w 918120"/>
              <a:gd name="csY66" fmla="*/ 38410 h 506105"/>
              <a:gd name="csX67" fmla="*/ 626917 w 918120"/>
              <a:gd name="csY67" fmla="*/ 42929 h 506105"/>
              <a:gd name="csX68" fmla="*/ 588442 w 918120"/>
              <a:gd name="csY68" fmla="*/ 9791 h 506105"/>
              <a:gd name="csX69" fmla="*/ 568827 w 918120"/>
              <a:gd name="csY69" fmla="*/ 0 h 506105"/>
              <a:gd name="csX70" fmla="*/ 531862 w 918120"/>
              <a:gd name="csY70" fmla="*/ 4519 h 506105"/>
              <a:gd name="csX71" fmla="*/ 525826 w 918120"/>
              <a:gd name="csY71" fmla="*/ 10544 h 5061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</a:cxnLst>
            <a:rect l="l" t="t" r="r" b="b"/>
            <a:pathLst>
              <a:path w="918120" h="506105">
                <a:moveTo>
                  <a:pt x="9807" y="503093"/>
                </a:moveTo>
                <a:lnTo>
                  <a:pt x="7544" y="497067"/>
                </a:lnTo>
                <a:lnTo>
                  <a:pt x="3018" y="495561"/>
                </a:lnTo>
                <a:lnTo>
                  <a:pt x="0" y="505352"/>
                </a:lnTo>
                <a:lnTo>
                  <a:pt x="755" y="506105"/>
                </a:lnTo>
                <a:lnTo>
                  <a:pt x="9053" y="505352"/>
                </a:lnTo>
                <a:lnTo>
                  <a:pt x="9808" y="503093"/>
                </a:lnTo>
                <a:close/>
                <a:moveTo>
                  <a:pt x="525826" y="10544"/>
                </a:moveTo>
                <a:lnTo>
                  <a:pt x="524317" y="12050"/>
                </a:lnTo>
                <a:lnTo>
                  <a:pt x="534124" y="48953"/>
                </a:lnTo>
                <a:lnTo>
                  <a:pt x="493386" y="81338"/>
                </a:lnTo>
                <a:lnTo>
                  <a:pt x="460192" y="82092"/>
                </a:lnTo>
                <a:lnTo>
                  <a:pt x="467736" y="110711"/>
                </a:lnTo>
                <a:lnTo>
                  <a:pt x="420208" y="173221"/>
                </a:lnTo>
                <a:lnTo>
                  <a:pt x="420963" y="195062"/>
                </a:lnTo>
                <a:lnTo>
                  <a:pt x="367400" y="190543"/>
                </a:lnTo>
                <a:lnTo>
                  <a:pt x="347785" y="228952"/>
                </a:lnTo>
                <a:lnTo>
                  <a:pt x="311573" y="223680"/>
                </a:lnTo>
                <a:lnTo>
                  <a:pt x="287432" y="241756"/>
                </a:lnTo>
                <a:lnTo>
                  <a:pt x="282905" y="259078"/>
                </a:lnTo>
                <a:lnTo>
                  <a:pt x="240658" y="243262"/>
                </a:lnTo>
                <a:lnTo>
                  <a:pt x="206709" y="254559"/>
                </a:lnTo>
                <a:lnTo>
                  <a:pt x="178796" y="254559"/>
                </a:lnTo>
                <a:lnTo>
                  <a:pt x="167480" y="275647"/>
                </a:lnTo>
                <a:lnTo>
                  <a:pt x="164462" y="276400"/>
                </a:lnTo>
                <a:lnTo>
                  <a:pt x="164462" y="278660"/>
                </a:lnTo>
                <a:lnTo>
                  <a:pt x="153146" y="304266"/>
                </a:lnTo>
                <a:lnTo>
                  <a:pt x="165971" y="322341"/>
                </a:lnTo>
                <a:lnTo>
                  <a:pt x="118443" y="350207"/>
                </a:lnTo>
                <a:lnTo>
                  <a:pt x="129759" y="383345"/>
                </a:lnTo>
                <a:lnTo>
                  <a:pt x="115425" y="399914"/>
                </a:lnTo>
                <a:lnTo>
                  <a:pt x="57336" y="384098"/>
                </a:lnTo>
                <a:lnTo>
                  <a:pt x="42247" y="419495"/>
                </a:lnTo>
                <a:lnTo>
                  <a:pt x="46774" y="424014"/>
                </a:lnTo>
                <a:lnTo>
                  <a:pt x="48282" y="427027"/>
                </a:lnTo>
                <a:lnTo>
                  <a:pt x="41493" y="488783"/>
                </a:lnTo>
                <a:lnTo>
                  <a:pt x="38475" y="490290"/>
                </a:lnTo>
                <a:lnTo>
                  <a:pt x="18860" y="502340"/>
                </a:lnTo>
                <a:lnTo>
                  <a:pt x="18106" y="504599"/>
                </a:lnTo>
                <a:lnTo>
                  <a:pt x="39983" y="501587"/>
                </a:lnTo>
                <a:lnTo>
                  <a:pt x="192375" y="481252"/>
                </a:lnTo>
                <a:lnTo>
                  <a:pt x="184831" y="451127"/>
                </a:lnTo>
                <a:lnTo>
                  <a:pt x="210481" y="450373"/>
                </a:lnTo>
                <a:lnTo>
                  <a:pt x="517527" y="409704"/>
                </a:lnTo>
                <a:lnTo>
                  <a:pt x="733290" y="373554"/>
                </a:lnTo>
                <a:lnTo>
                  <a:pt x="736307" y="371295"/>
                </a:lnTo>
                <a:lnTo>
                  <a:pt x="741588" y="365270"/>
                </a:lnTo>
                <a:lnTo>
                  <a:pt x="798169" y="335144"/>
                </a:lnTo>
                <a:lnTo>
                  <a:pt x="841925" y="277906"/>
                </a:lnTo>
                <a:lnTo>
                  <a:pt x="847961" y="258325"/>
                </a:lnTo>
                <a:lnTo>
                  <a:pt x="876628" y="235731"/>
                </a:lnTo>
                <a:lnTo>
                  <a:pt x="912840" y="189790"/>
                </a:lnTo>
                <a:lnTo>
                  <a:pt x="918121" y="182258"/>
                </a:lnTo>
                <a:lnTo>
                  <a:pt x="915858" y="181505"/>
                </a:lnTo>
                <a:lnTo>
                  <a:pt x="896997" y="181505"/>
                </a:lnTo>
                <a:lnTo>
                  <a:pt x="872856" y="167948"/>
                </a:lnTo>
                <a:lnTo>
                  <a:pt x="829855" y="115982"/>
                </a:lnTo>
                <a:lnTo>
                  <a:pt x="814766" y="63263"/>
                </a:lnTo>
                <a:lnTo>
                  <a:pt x="814766" y="61757"/>
                </a:lnTo>
                <a:lnTo>
                  <a:pt x="813258" y="60251"/>
                </a:lnTo>
                <a:lnTo>
                  <a:pt x="781572" y="42175"/>
                </a:lnTo>
                <a:lnTo>
                  <a:pt x="767238" y="18075"/>
                </a:lnTo>
                <a:lnTo>
                  <a:pt x="738571" y="45941"/>
                </a:lnTo>
                <a:lnTo>
                  <a:pt x="720465" y="50460"/>
                </a:lnTo>
                <a:lnTo>
                  <a:pt x="697832" y="41422"/>
                </a:lnTo>
                <a:lnTo>
                  <a:pt x="678217" y="56485"/>
                </a:lnTo>
                <a:lnTo>
                  <a:pt x="637479" y="38410"/>
                </a:lnTo>
                <a:lnTo>
                  <a:pt x="626917" y="42929"/>
                </a:lnTo>
                <a:lnTo>
                  <a:pt x="588442" y="9791"/>
                </a:lnTo>
                <a:lnTo>
                  <a:pt x="568827" y="0"/>
                </a:lnTo>
                <a:lnTo>
                  <a:pt x="531862" y="4519"/>
                </a:lnTo>
                <a:lnTo>
                  <a:pt x="525826" y="10544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DB2D4331-A4BD-82E9-9F73-9688102D7734}"/>
              </a:ext>
            </a:extLst>
          </p:cNvPr>
          <p:cNvSpPr/>
          <p:nvPr/>
        </p:nvSpPr>
        <p:spPr>
          <a:xfrm>
            <a:off x="7445214" y="2740520"/>
            <a:ext cx="1091636" cy="504598"/>
          </a:xfrm>
          <a:custGeom>
            <a:avLst/>
            <a:gdLst>
              <a:gd name="csX0" fmla="*/ 844188 w 1091636"/>
              <a:gd name="csY0" fmla="*/ 478239 h 504598"/>
              <a:gd name="csX1" fmla="*/ 835890 w 1091636"/>
              <a:gd name="csY1" fmla="*/ 486523 h 504598"/>
              <a:gd name="csX2" fmla="*/ 837399 w 1091636"/>
              <a:gd name="csY2" fmla="*/ 488030 h 504598"/>
              <a:gd name="csX3" fmla="*/ 844188 w 1091636"/>
              <a:gd name="csY3" fmla="*/ 478239 h 504598"/>
              <a:gd name="csX4" fmla="*/ 850223 w 1091636"/>
              <a:gd name="csY4" fmla="*/ 434557 h 504598"/>
              <a:gd name="csX5" fmla="*/ 846452 w 1091636"/>
              <a:gd name="csY5" fmla="*/ 440583 h 504598"/>
              <a:gd name="csX6" fmla="*/ 847961 w 1091636"/>
              <a:gd name="csY6" fmla="*/ 446607 h 504598"/>
              <a:gd name="csX7" fmla="*/ 850223 w 1091636"/>
              <a:gd name="csY7" fmla="*/ 434557 h 504598"/>
              <a:gd name="csX8" fmla="*/ 895488 w 1091636"/>
              <a:gd name="csY8" fmla="*/ 364516 h 504598"/>
              <a:gd name="csX9" fmla="*/ 884172 w 1091636"/>
              <a:gd name="csY9" fmla="*/ 372047 h 504598"/>
              <a:gd name="csX10" fmla="*/ 878137 w 1091636"/>
              <a:gd name="csY10" fmla="*/ 381085 h 504598"/>
              <a:gd name="csX11" fmla="*/ 895488 w 1091636"/>
              <a:gd name="csY11" fmla="*/ 364516 h 504598"/>
              <a:gd name="csX12" fmla="*/ 992808 w 1091636"/>
              <a:gd name="csY12" fmla="*/ 317069 h 504598"/>
              <a:gd name="csX13" fmla="*/ 988281 w 1091636"/>
              <a:gd name="csY13" fmla="*/ 314056 h 504598"/>
              <a:gd name="csX14" fmla="*/ 978474 w 1091636"/>
              <a:gd name="csY14" fmla="*/ 313303 h 504598"/>
              <a:gd name="csX15" fmla="*/ 992808 w 1091636"/>
              <a:gd name="csY15" fmla="*/ 317068 h 504598"/>
              <a:gd name="csX16" fmla="*/ 972439 w 1091636"/>
              <a:gd name="csY16" fmla="*/ 312550 h 504598"/>
              <a:gd name="csX17" fmla="*/ 965649 w 1091636"/>
              <a:gd name="csY17" fmla="*/ 312550 h 504598"/>
              <a:gd name="csX18" fmla="*/ 954333 w 1091636"/>
              <a:gd name="csY18" fmla="*/ 318575 h 504598"/>
              <a:gd name="csX19" fmla="*/ 972439 w 1091636"/>
              <a:gd name="csY19" fmla="*/ 312550 h 504598"/>
              <a:gd name="csX20" fmla="*/ 995825 w 1091636"/>
              <a:gd name="csY20" fmla="*/ 320834 h 504598"/>
              <a:gd name="csX21" fmla="*/ 1017703 w 1091636"/>
              <a:gd name="csY21" fmla="*/ 266609 h 504598"/>
              <a:gd name="csX22" fmla="*/ 1002615 w 1091636"/>
              <a:gd name="csY22" fmla="*/ 289203 h 504598"/>
              <a:gd name="csX23" fmla="*/ 995825 w 1091636"/>
              <a:gd name="csY23" fmla="*/ 320834 h 504598"/>
              <a:gd name="csX24" fmla="*/ 1028265 w 1091636"/>
              <a:gd name="csY24" fmla="*/ 249287 h 504598"/>
              <a:gd name="csX25" fmla="*/ 1038073 w 1091636"/>
              <a:gd name="csY25" fmla="*/ 234977 h 504598"/>
              <a:gd name="csX26" fmla="*/ 1032792 w 1091636"/>
              <a:gd name="csY26" fmla="*/ 234977 h 504598"/>
              <a:gd name="csX27" fmla="*/ 1028265 w 1091636"/>
              <a:gd name="csY27" fmla="*/ 249287 h 504598"/>
              <a:gd name="csX28" fmla="*/ 1091636 w 1091636"/>
              <a:gd name="csY28" fmla="*/ 190542 h 504598"/>
              <a:gd name="csX29" fmla="*/ 1075039 w 1091636"/>
              <a:gd name="csY29" fmla="*/ 106945 h 504598"/>
              <a:gd name="csX30" fmla="*/ 1089373 w 1091636"/>
              <a:gd name="csY30" fmla="*/ 150627 h 504598"/>
              <a:gd name="csX31" fmla="*/ 1091636 w 1091636"/>
              <a:gd name="csY31" fmla="*/ 190542 h 504598"/>
              <a:gd name="csX32" fmla="*/ 999597 w 1091636"/>
              <a:gd name="csY32" fmla="*/ 0 h 504598"/>
              <a:gd name="csX33" fmla="*/ 998089 w 1091636"/>
              <a:gd name="csY33" fmla="*/ 753 h 504598"/>
              <a:gd name="csX34" fmla="*/ 995825 w 1091636"/>
              <a:gd name="csY34" fmla="*/ 1507 h 504598"/>
              <a:gd name="csX35" fmla="*/ 995825 w 1091636"/>
              <a:gd name="csY35" fmla="*/ 1507 h 504598"/>
              <a:gd name="csX36" fmla="*/ 996580 w 1091636"/>
              <a:gd name="csY36" fmla="*/ 1507 h 504598"/>
              <a:gd name="csX37" fmla="*/ 1038073 w 1091636"/>
              <a:gd name="csY37" fmla="*/ 71548 h 504598"/>
              <a:gd name="csX38" fmla="*/ 1070512 w 1091636"/>
              <a:gd name="csY38" fmla="*/ 103933 h 504598"/>
              <a:gd name="csX39" fmla="*/ 999598 w 1091636"/>
              <a:gd name="csY39" fmla="*/ 0 h 504598"/>
              <a:gd name="csX40" fmla="*/ 999598 w 1091636"/>
              <a:gd name="csY40" fmla="*/ 0 h 504598"/>
              <a:gd name="csX41" fmla="*/ 986018 w 1091636"/>
              <a:gd name="csY41" fmla="*/ 4519 h 504598"/>
              <a:gd name="csX42" fmla="*/ 979983 w 1091636"/>
              <a:gd name="csY42" fmla="*/ 6025 h 504598"/>
              <a:gd name="csX43" fmla="*/ 979983 w 1091636"/>
              <a:gd name="csY43" fmla="*/ 6025 h 504598"/>
              <a:gd name="csX44" fmla="*/ 981492 w 1091636"/>
              <a:gd name="csY44" fmla="*/ 6778 h 504598"/>
              <a:gd name="csX45" fmla="*/ 994316 w 1091636"/>
              <a:gd name="csY45" fmla="*/ 6778 h 504598"/>
              <a:gd name="csX46" fmla="*/ 992808 w 1091636"/>
              <a:gd name="csY46" fmla="*/ 2260 h 504598"/>
              <a:gd name="csX47" fmla="*/ 992808 w 1091636"/>
              <a:gd name="csY47" fmla="*/ 2260 h 504598"/>
              <a:gd name="csX48" fmla="*/ 990545 w 1091636"/>
              <a:gd name="csY48" fmla="*/ 3013 h 504598"/>
              <a:gd name="csX49" fmla="*/ 988281 w 1091636"/>
              <a:gd name="csY49" fmla="*/ 3013 h 504598"/>
              <a:gd name="csX50" fmla="*/ 988281 w 1091636"/>
              <a:gd name="csY50" fmla="*/ 3013 h 504598"/>
              <a:gd name="csX51" fmla="*/ 988281 w 1091636"/>
              <a:gd name="csY51" fmla="*/ 4519 h 504598"/>
              <a:gd name="csX52" fmla="*/ 986772 w 1091636"/>
              <a:gd name="csY52" fmla="*/ 5273 h 504598"/>
              <a:gd name="csX53" fmla="*/ 986018 w 1091636"/>
              <a:gd name="csY53" fmla="*/ 4519 h 504598"/>
              <a:gd name="csX54" fmla="*/ 986018 w 1091636"/>
              <a:gd name="csY54" fmla="*/ 4519 h 504598"/>
              <a:gd name="csX55" fmla="*/ 288186 w 1091636"/>
              <a:gd name="csY55" fmla="*/ 176233 h 504598"/>
              <a:gd name="csX56" fmla="*/ 284414 w 1091636"/>
              <a:gd name="csY56" fmla="*/ 187530 h 504598"/>
              <a:gd name="csX57" fmla="*/ 285168 w 1091636"/>
              <a:gd name="csY57" fmla="*/ 219915 h 504598"/>
              <a:gd name="csX58" fmla="*/ 276869 w 1091636"/>
              <a:gd name="csY58" fmla="*/ 219161 h 504598"/>
              <a:gd name="csX59" fmla="*/ 257255 w 1091636"/>
              <a:gd name="csY59" fmla="*/ 259077 h 504598"/>
              <a:gd name="csX60" fmla="*/ 235377 w 1091636"/>
              <a:gd name="csY60" fmla="*/ 261337 h 504598"/>
              <a:gd name="csX61" fmla="*/ 194639 w 1091636"/>
              <a:gd name="csY61" fmla="*/ 301253 h 504598"/>
              <a:gd name="csX62" fmla="*/ 176533 w 1091636"/>
              <a:gd name="csY62" fmla="*/ 294474 h 504598"/>
              <a:gd name="csX63" fmla="*/ 153146 w 1091636"/>
              <a:gd name="csY63" fmla="*/ 329119 h 504598"/>
              <a:gd name="csX64" fmla="*/ 91284 w 1091636"/>
              <a:gd name="csY64" fmla="*/ 384850 h 504598"/>
              <a:gd name="csX65" fmla="*/ 61108 w 1091636"/>
              <a:gd name="csY65" fmla="*/ 392382 h 504598"/>
              <a:gd name="csX66" fmla="*/ 29422 w 1091636"/>
              <a:gd name="csY66" fmla="*/ 421754 h 504598"/>
              <a:gd name="csX67" fmla="*/ 27913 w 1091636"/>
              <a:gd name="csY67" fmla="*/ 441335 h 504598"/>
              <a:gd name="csX68" fmla="*/ 0 w 1091636"/>
              <a:gd name="csY68" fmla="*/ 456398 h 504598"/>
              <a:gd name="csX69" fmla="*/ 755 w 1091636"/>
              <a:gd name="csY69" fmla="*/ 489536 h 504598"/>
              <a:gd name="csX70" fmla="*/ 755 w 1091636"/>
              <a:gd name="csY70" fmla="*/ 497067 h 504598"/>
              <a:gd name="csX71" fmla="*/ 10562 w 1091636"/>
              <a:gd name="csY71" fmla="*/ 494808 h 504598"/>
              <a:gd name="csX72" fmla="*/ 116180 w 1091636"/>
              <a:gd name="csY72" fmla="*/ 472967 h 504598"/>
              <a:gd name="csX73" fmla="*/ 144848 w 1091636"/>
              <a:gd name="csY73" fmla="*/ 466942 h 504598"/>
              <a:gd name="csX74" fmla="*/ 154655 w 1091636"/>
              <a:gd name="csY74" fmla="*/ 464683 h 504598"/>
              <a:gd name="csX75" fmla="*/ 156918 w 1091636"/>
              <a:gd name="csY75" fmla="*/ 464683 h 504598"/>
              <a:gd name="csX76" fmla="*/ 407384 w 1091636"/>
              <a:gd name="csY76" fmla="*/ 385603 h 504598"/>
              <a:gd name="csX77" fmla="*/ 449631 w 1091636"/>
              <a:gd name="csY77" fmla="*/ 407444 h 504598"/>
              <a:gd name="csX78" fmla="*/ 534880 w 1091636"/>
              <a:gd name="csY78" fmla="*/ 410457 h 504598"/>
              <a:gd name="csX79" fmla="*/ 597496 w 1091636"/>
              <a:gd name="csY79" fmla="*/ 398407 h 504598"/>
              <a:gd name="csX80" fmla="*/ 765730 w 1091636"/>
              <a:gd name="csY80" fmla="*/ 504598 h 504598"/>
              <a:gd name="csX81" fmla="*/ 768748 w 1091636"/>
              <a:gd name="csY81" fmla="*/ 502339 h 504598"/>
              <a:gd name="csX82" fmla="*/ 846452 w 1091636"/>
              <a:gd name="csY82" fmla="*/ 470707 h 504598"/>
              <a:gd name="csX83" fmla="*/ 847207 w 1091636"/>
              <a:gd name="csY83" fmla="*/ 429285 h 504598"/>
              <a:gd name="csX84" fmla="*/ 875120 w 1091636"/>
              <a:gd name="csY84" fmla="*/ 378825 h 504598"/>
              <a:gd name="csX85" fmla="*/ 905297 w 1091636"/>
              <a:gd name="csY85" fmla="*/ 350206 h 504598"/>
              <a:gd name="csX86" fmla="*/ 967913 w 1091636"/>
              <a:gd name="csY86" fmla="*/ 308784 h 504598"/>
              <a:gd name="csX87" fmla="*/ 976211 w 1091636"/>
              <a:gd name="csY87" fmla="*/ 293721 h 504598"/>
              <a:gd name="csX88" fmla="*/ 992808 w 1091636"/>
              <a:gd name="csY88" fmla="*/ 301253 h 504598"/>
              <a:gd name="csX89" fmla="*/ 1000353 w 1091636"/>
              <a:gd name="csY89" fmla="*/ 251546 h 504598"/>
              <a:gd name="csX90" fmla="*/ 991300 w 1091636"/>
              <a:gd name="csY90" fmla="*/ 268868 h 504598"/>
              <a:gd name="csX91" fmla="*/ 959614 w 1091636"/>
              <a:gd name="csY91" fmla="*/ 279412 h 504598"/>
              <a:gd name="csX92" fmla="*/ 929438 w 1091636"/>
              <a:gd name="csY92" fmla="*/ 280165 h 504598"/>
              <a:gd name="csX93" fmla="*/ 966404 w 1091636"/>
              <a:gd name="csY93" fmla="*/ 253052 h 504598"/>
              <a:gd name="csX94" fmla="*/ 955088 w 1091636"/>
              <a:gd name="csY94" fmla="*/ 241002 h 504598"/>
              <a:gd name="csX95" fmla="*/ 967913 w 1091636"/>
              <a:gd name="csY95" fmla="*/ 213890 h 504598"/>
              <a:gd name="csX96" fmla="*/ 896998 w 1091636"/>
              <a:gd name="csY96" fmla="*/ 202593 h 504598"/>
              <a:gd name="csX97" fmla="*/ 893981 w 1091636"/>
              <a:gd name="csY97" fmla="*/ 198827 h 504598"/>
              <a:gd name="csX98" fmla="*/ 954333 w 1091636"/>
              <a:gd name="csY98" fmla="*/ 187530 h 504598"/>
              <a:gd name="csX99" fmla="*/ 973949 w 1091636"/>
              <a:gd name="csY99" fmla="*/ 197321 h 504598"/>
              <a:gd name="csX100" fmla="*/ 998844 w 1091636"/>
              <a:gd name="csY100" fmla="*/ 195061 h 504598"/>
              <a:gd name="csX101" fmla="*/ 1019213 w 1091636"/>
              <a:gd name="csY101" fmla="*/ 179999 h 504598"/>
              <a:gd name="csX102" fmla="*/ 1034301 w 1091636"/>
              <a:gd name="csY102" fmla="*/ 150627 h 504598"/>
              <a:gd name="csX103" fmla="*/ 1047881 w 1091636"/>
              <a:gd name="csY103" fmla="*/ 146861 h 504598"/>
              <a:gd name="csX104" fmla="*/ 1045617 w 1091636"/>
              <a:gd name="csY104" fmla="*/ 105439 h 504598"/>
              <a:gd name="csX105" fmla="*/ 1028266 w 1091636"/>
              <a:gd name="csY105" fmla="*/ 88870 h 504598"/>
              <a:gd name="csX106" fmla="*/ 1010914 w 1091636"/>
              <a:gd name="csY106" fmla="*/ 104685 h 504598"/>
              <a:gd name="csX107" fmla="*/ 1014687 w 1091636"/>
              <a:gd name="csY107" fmla="*/ 144601 h 504598"/>
              <a:gd name="csX108" fmla="*/ 1001862 w 1091636"/>
              <a:gd name="csY108" fmla="*/ 95648 h 504598"/>
              <a:gd name="csX109" fmla="*/ 992054 w 1091636"/>
              <a:gd name="csY109" fmla="*/ 93388 h 504598"/>
              <a:gd name="csX110" fmla="*/ 917367 w 1091636"/>
              <a:gd name="csY110" fmla="*/ 124267 h 504598"/>
              <a:gd name="csX111" fmla="*/ 950562 w 1091636"/>
              <a:gd name="csY111" fmla="*/ 91882 h 504598"/>
              <a:gd name="csX112" fmla="*/ 952070 w 1091636"/>
              <a:gd name="csY112" fmla="*/ 79079 h 504598"/>
              <a:gd name="csX113" fmla="*/ 986773 w 1091636"/>
              <a:gd name="csY113" fmla="*/ 70794 h 504598"/>
              <a:gd name="csX114" fmla="*/ 996581 w 1091636"/>
              <a:gd name="csY114" fmla="*/ 45188 h 504598"/>
              <a:gd name="csX115" fmla="*/ 1019968 w 1091636"/>
              <a:gd name="csY115" fmla="*/ 58744 h 504598"/>
              <a:gd name="csX116" fmla="*/ 995072 w 1091636"/>
              <a:gd name="csY116" fmla="*/ 21841 h 504598"/>
              <a:gd name="csX117" fmla="*/ 977720 w 1091636"/>
              <a:gd name="csY117" fmla="*/ 6778 h 504598"/>
              <a:gd name="csX118" fmla="*/ 977720 w 1091636"/>
              <a:gd name="csY118" fmla="*/ 6778 h 504598"/>
              <a:gd name="csX119" fmla="*/ 675955 w 1091636"/>
              <a:gd name="csY119" fmla="*/ 92635 h 504598"/>
              <a:gd name="csX120" fmla="*/ 483580 w 1091636"/>
              <a:gd name="csY120" fmla="*/ 141589 h 504598"/>
              <a:gd name="csX121" fmla="*/ 288941 w 1091636"/>
              <a:gd name="csY121" fmla="*/ 177739 h 504598"/>
              <a:gd name="csX122" fmla="*/ 288186 w 1091636"/>
              <a:gd name="csY122" fmla="*/ 176233 h 5045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</a:cxnLst>
            <a:rect l="l" t="t" r="r" b="b"/>
            <a:pathLst>
              <a:path w="1091636" h="504598">
                <a:moveTo>
                  <a:pt x="844188" y="478239"/>
                </a:moveTo>
                <a:lnTo>
                  <a:pt x="835890" y="486523"/>
                </a:lnTo>
                <a:lnTo>
                  <a:pt x="837399" y="488030"/>
                </a:lnTo>
                <a:lnTo>
                  <a:pt x="844188" y="478239"/>
                </a:lnTo>
                <a:close/>
                <a:moveTo>
                  <a:pt x="850223" y="434557"/>
                </a:moveTo>
                <a:lnTo>
                  <a:pt x="846452" y="440583"/>
                </a:lnTo>
                <a:lnTo>
                  <a:pt x="847961" y="446607"/>
                </a:lnTo>
                <a:lnTo>
                  <a:pt x="850223" y="434557"/>
                </a:lnTo>
                <a:close/>
                <a:moveTo>
                  <a:pt x="895488" y="364516"/>
                </a:moveTo>
                <a:lnTo>
                  <a:pt x="884172" y="372047"/>
                </a:lnTo>
                <a:lnTo>
                  <a:pt x="878137" y="381085"/>
                </a:lnTo>
                <a:lnTo>
                  <a:pt x="895488" y="364516"/>
                </a:lnTo>
                <a:close/>
                <a:moveTo>
                  <a:pt x="992808" y="317069"/>
                </a:moveTo>
                <a:lnTo>
                  <a:pt x="988281" y="314056"/>
                </a:lnTo>
                <a:lnTo>
                  <a:pt x="978474" y="313303"/>
                </a:lnTo>
                <a:lnTo>
                  <a:pt x="992808" y="317068"/>
                </a:lnTo>
                <a:close/>
                <a:moveTo>
                  <a:pt x="972439" y="312550"/>
                </a:moveTo>
                <a:lnTo>
                  <a:pt x="965649" y="312550"/>
                </a:lnTo>
                <a:lnTo>
                  <a:pt x="954333" y="318575"/>
                </a:lnTo>
                <a:lnTo>
                  <a:pt x="972439" y="312550"/>
                </a:lnTo>
                <a:close/>
                <a:moveTo>
                  <a:pt x="995825" y="320834"/>
                </a:moveTo>
                <a:lnTo>
                  <a:pt x="1017703" y="266609"/>
                </a:lnTo>
                <a:lnTo>
                  <a:pt x="1002615" y="289203"/>
                </a:lnTo>
                <a:lnTo>
                  <a:pt x="995825" y="320834"/>
                </a:lnTo>
                <a:close/>
                <a:moveTo>
                  <a:pt x="1028265" y="249287"/>
                </a:moveTo>
                <a:lnTo>
                  <a:pt x="1038073" y="234977"/>
                </a:lnTo>
                <a:lnTo>
                  <a:pt x="1032792" y="234977"/>
                </a:lnTo>
                <a:lnTo>
                  <a:pt x="1028265" y="249287"/>
                </a:lnTo>
                <a:close/>
                <a:moveTo>
                  <a:pt x="1091636" y="190542"/>
                </a:moveTo>
                <a:lnTo>
                  <a:pt x="1075039" y="106945"/>
                </a:lnTo>
                <a:lnTo>
                  <a:pt x="1089373" y="150627"/>
                </a:lnTo>
                <a:lnTo>
                  <a:pt x="1091636" y="190542"/>
                </a:lnTo>
                <a:close/>
                <a:moveTo>
                  <a:pt x="999597" y="0"/>
                </a:moveTo>
                <a:lnTo>
                  <a:pt x="998089" y="753"/>
                </a:lnTo>
                <a:lnTo>
                  <a:pt x="995825" y="1507"/>
                </a:lnTo>
                <a:lnTo>
                  <a:pt x="995825" y="1507"/>
                </a:lnTo>
                <a:lnTo>
                  <a:pt x="996580" y="1507"/>
                </a:lnTo>
                <a:lnTo>
                  <a:pt x="1038073" y="71548"/>
                </a:lnTo>
                <a:lnTo>
                  <a:pt x="1070512" y="103933"/>
                </a:lnTo>
                <a:lnTo>
                  <a:pt x="999598" y="0"/>
                </a:lnTo>
                <a:lnTo>
                  <a:pt x="999598" y="0"/>
                </a:lnTo>
                <a:close/>
                <a:moveTo>
                  <a:pt x="986018" y="4519"/>
                </a:moveTo>
                <a:lnTo>
                  <a:pt x="979983" y="6025"/>
                </a:lnTo>
                <a:lnTo>
                  <a:pt x="979983" y="6025"/>
                </a:lnTo>
                <a:lnTo>
                  <a:pt x="981492" y="6778"/>
                </a:lnTo>
                <a:lnTo>
                  <a:pt x="994316" y="6778"/>
                </a:lnTo>
                <a:lnTo>
                  <a:pt x="992808" y="2260"/>
                </a:lnTo>
                <a:lnTo>
                  <a:pt x="992808" y="2260"/>
                </a:lnTo>
                <a:lnTo>
                  <a:pt x="990545" y="3013"/>
                </a:lnTo>
                <a:lnTo>
                  <a:pt x="988281" y="3013"/>
                </a:lnTo>
                <a:lnTo>
                  <a:pt x="988281" y="3013"/>
                </a:lnTo>
                <a:lnTo>
                  <a:pt x="988281" y="4519"/>
                </a:lnTo>
                <a:lnTo>
                  <a:pt x="986772" y="5273"/>
                </a:lnTo>
                <a:lnTo>
                  <a:pt x="986018" y="4519"/>
                </a:lnTo>
                <a:lnTo>
                  <a:pt x="986018" y="4519"/>
                </a:lnTo>
                <a:close/>
                <a:moveTo>
                  <a:pt x="288186" y="176233"/>
                </a:moveTo>
                <a:lnTo>
                  <a:pt x="284414" y="187530"/>
                </a:lnTo>
                <a:lnTo>
                  <a:pt x="285168" y="219915"/>
                </a:lnTo>
                <a:lnTo>
                  <a:pt x="276869" y="219161"/>
                </a:lnTo>
                <a:lnTo>
                  <a:pt x="257255" y="259077"/>
                </a:lnTo>
                <a:lnTo>
                  <a:pt x="235377" y="261337"/>
                </a:lnTo>
                <a:lnTo>
                  <a:pt x="194639" y="301253"/>
                </a:lnTo>
                <a:lnTo>
                  <a:pt x="176533" y="294474"/>
                </a:lnTo>
                <a:lnTo>
                  <a:pt x="153146" y="329119"/>
                </a:lnTo>
                <a:lnTo>
                  <a:pt x="91284" y="384850"/>
                </a:lnTo>
                <a:lnTo>
                  <a:pt x="61108" y="392382"/>
                </a:lnTo>
                <a:lnTo>
                  <a:pt x="29422" y="421754"/>
                </a:lnTo>
                <a:lnTo>
                  <a:pt x="27913" y="441335"/>
                </a:lnTo>
                <a:lnTo>
                  <a:pt x="0" y="456398"/>
                </a:lnTo>
                <a:lnTo>
                  <a:pt x="755" y="489536"/>
                </a:lnTo>
                <a:lnTo>
                  <a:pt x="755" y="497067"/>
                </a:lnTo>
                <a:lnTo>
                  <a:pt x="10562" y="494808"/>
                </a:lnTo>
                <a:lnTo>
                  <a:pt x="116180" y="472967"/>
                </a:lnTo>
                <a:lnTo>
                  <a:pt x="144848" y="466942"/>
                </a:lnTo>
                <a:lnTo>
                  <a:pt x="154655" y="464683"/>
                </a:lnTo>
                <a:lnTo>
                  <a:pt x="156918" y="464683"/>
                </a:lnTo>
                <a:lnTo>
                  <a:pt x="407384" y="385603"/>
                </a:lnTo>
                <a:lnTo>
                  <a:pt x="449631" y="407444"/>
                </a:lnTo>
                <a:lnTo>
                  <a:pt x="534880" y="410457"/>
                </a:lnTo>
                <a:lnTo>
                  <a:pt x="597496" y="398407"/>
                </a:lnTo>
                <a:lnTo>
                  <a:pt x="765730" y="504598"/>
                </a:lnTo>
                <a:lnTo>
                  <a:pt x="768748" y="502339"/>
                </a:lnTo>
                <a:lnTo>
                  <a:pt x="846452" y="470707"/>
                </a:lnTo>
                <a:lnTo>
                  <a:pt x="847207" y="429285"/>
                </a:lnTo>
                <a:lnTo>
                  <a:pt x="875120" y="378825"/>
                </a:lnTo>
                <a:lnTo>
                  <a:pt x="905297" y="350206"/>
                </a:lnTo>
                <a:lnTo>
                  <a:pt x="967913" y="308784"/>
                </a:lnTo>
                <a:lnTo>
                  <a:pt x="976211" y="293721"/>
                </a:lnTo>
                <a:lnTo>
                  <a:pt x="992808" y="301253"/>
                </a:lnTo>
                <a:lnTo>
                  <a:pt x="1000353" y="251546"/>
                </a:lnTo>
                <a:lnTo>
                  <a:pt x="991300" y="268868"/>
                </a:lnTo>
                <a:lnTo>
                  <a:pt x="959614" y="279412"/>
                </a:lnTo>
                <a:lnTo>
                  <a:pt x="929438" y="280165"/>
                </a:lnTo>
                <a:lnTo>
                  <a:pt x="966404" y="253052"/>
                </a:lnTo>
                <a:lnTo>
                  <a:pt x="955088" y="241002"/>
                </a:lnTo>
                <a:lnTo>
                  <a:pt x="967913" y="213890"/>
                </a:lnTo>
                <a:lnTo>
                  <a:pt x="896998" y="202593"/>
                </a:lnTo>
                <a:lnTo>
                  <a:pt x="893981" y="198827"/>
                </a:lnTo>
                <a:lnTo>
                  <a:pt x="954333" y="187530"/>
                </a:lnTo>
                <a:lnTo>
                  <a:pt x="973949" y="197321"/>
                </a:lnTo>
                <a:lnTo>
                  <a:pt x="998844" y="195061"/>
                </a:lnTo>
                <a:lnTo>
                  <a:pt x="1019213" y="179999"/>
                </a:lnTo>
                <a:lnTo>
                  <a:pt x="1034301" y="150627"/>
                </a:lnTo>
                <a:lnTo>
                  <a:pt x="1047881" y="146861"/>
                </a:lnTo>
                <a:lnTo>
                  <a:pt x="1045617" y="105439"/>
                </a:lnTo>
                <a:lnTo>
                  <a:pt x="1028266" y="88870"/>
                </a:lnTo>
                <a:lnTo>
                  <a:pt x="1010914" y="104685"/>
                </a:lnTo>
                <a:lnTo>
                  <a:pt x="1014687" y="144601"/>
                </a:lnTo>
                <a:lnTo>
                  <a:pt x="1001862" y="95648"/>
                </a:lnTo>
                <a:lnTo>
                  <a:pt x="992054" y="93388"/>
                </a:lnTo>
                <a:lnTo>
                  <a:pt x="917367" y="124267"/>
                </a:lnTo>
                <a:lnTo>
                  <a:pt x="950562" y="91882"/>
                </a:lnTo>
                <a:lnTo>
                  <a:pt x="952070" y="79079"/>
                </a:lnTo>
                <a:lnTo>
                  <a:pt x="986773" y="70794"/>
                </a:lnTo>
                <a:lnTo>
                  <a:pt x="996581" y="45188"/>
                </a:lnTo>
                <a:lnTo>
                  <a:pt x="1019968" y="58744"/>
                </a:lnTo>
                <a:lnTo>
                  <a:pt x="995072" y="21841"/>
                </a:lnTo>
                <a:lnTo>
                  <a:pt x="977720" y="6778"/>
                </a:lnTo>
                <a:lnTo>
                  <a:pt x="977720" y="6778"/>
                </a:lnTo>
                <a:lnTo>
                  <a:pt x="675955" y="92635"/>
                </a:lnTo>
                <a:lnTo>
                  <a:pt x="483580" y="141589"/>
                </a:lnTo>
                <a:lnTo>
                  <a:pt x="288941" y="177739"/>
                </a:lnTo>
                <a:lnTo>
                  <a:pt x="288186" y="176233"/>
                </a:lnTo>
                <a:close/>
              </a:path>
            </a:pathLst>
          </a:custGeom>
          <a:solidFill>
            <a:schemeClr val="tx2">
              <a:lumMod val="75000"/>
              <a:lumOff val="25000"/>
            </a:schemeClr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89D5F980-4632-353F-A6A5-1FE0F2259ECB}"/>
              </a:ext>
            </a:extLst>
          </p:cNvPr>
          <p:cNvSpPr/>
          <p:nvPr/>
        </p:nvSpPr>
        <p:spPr>
          <a:xfrm>
            <a:off x="7204556" y="2053663"/>
            <a:ext cx="528843" cy="607024"/>
          </a:xfrm>
          <a:custGeom>
            <a:avLst/>
            <a:gdLst>
              <a:gd name="csX0" fmla="*/ 525072 w 528843"/>
              <a:gd name="csY0" fmla="*/ 190543 h 607024"/>
              <a:gd name="csX1" fmla="*/ 506212 w 528843"/>
              <a:gd name="csY1" fmla="*/ 109204 h 607024"/>
              <a:gd name="csX2" fmla="*/ 502439 w 528843"/>
              <a:gd name="csY2" fmla="*/ 92635 h 607024"/>
              <a:gd name="csX3" fmla="*/ 481316 w 528843"/>
              <a:gd name="csY3" fmla="*/ 0 h 607024"/>
              <a:gd name="csX4" fmla="*/ 454157 w 528843"/>
              <a:gd name="csY4" fmla="*/ 17322 h 607024"/>
              <a:gd name="csX5" fmla="*/ 396067 w 528843"/>
              <a:gd name="csY5" fmla="*/ 61757 h 607024"/>
              <a:gd name="csX6" fmla="*/ 358346 w 528843"/>
              <a:gd name="csY6" fmla="*/ 107698 h 607024"/>
              <a:gd name="csX7" fmla="*/ 328924 w 528843"/>
              <a:gd name="csY7" fmla="*/ 112217 h 607024"/>
              <a:gd name="csX8" fmla="*/ 274607 w 528843"/>
              <a:gd name="csY8" fmla="*/ 143095 h 607024"/>
              <a:gd name="csX9" fmla="*/ 244430 w 528843"/>
              <a:gd name="csY9" fmla="*/ 125020 h 607024"/>
              <a:gd name="csX10" fmla="*/ 153146 w 528843"/>
              <a:gd name="csY10" fmla="*/ 114476 h 607024"/>
              <a:gd name="csX11" fmla="*/ 153146 w 528843"/>
              <a:gd name="csY11" fmla="*/ 114476 h 607024"/>
              <a:gd name="csX12" fmla="*/ 104864 w 528843"/>
              <a:gd name="csY12" fmla="*/ 126526 h 607024"/>
              <a:gd name="csX13" fmla="*/ 57336 w 528843"/>
              <a:gd name="csY13" fmla="*/ 137823 h 607024"/>
              <a:gd name="csX14" fmla="*/ 7544 w 528843"/>
              <a:gd name="csY14" fmla="*/ 148367 h 607024"/>
              <a:gd name="csX15" fmla="*/ 0 w 528843"/>
              <a:gd name="csY15" fmla="*/ 150627 h 607024"/>
              <a:gd name="csX16" fmla="*/ 2263 w 528843"/>
              <a:gd name="csY16" fmla="*/ 162677 h 607024"/>
              <a:gd name="csX17" fmla="*/ 22633 w 528843"/>
              <a:gd name="csY17" fmla="*/ 276400 h 607024"/>
              <a:gd name="csX18" fmla="*/ 67897 w 528843"/>
              <a:gd name="csY18" fmla="*/ 543009 h 607024"/>
              <a:gd name="csX19" fmla="*/ 69406 w 528843"/>
              <a:gd name="csY19" fmla="*/ 555812 h 607024"/>
              <a:gd name="csX20" fmla="*/ 75442 w 528843"/>
              <a:gd name="csY20" fmla="*/ 549787 h 607024"/>
              <a:gd name="csX21" fmla="*/ 112408 w 528843"/>
              <a:gd name="csY21" fmla="*/ 545268 h 607024"/>
              <a:gd name="csX22" fmla="*/ 132023 w 528843"/>
              <a:gd name="csY22" fmla="*/ 555059 h 607024"/>
              <a:gd name="csX23" fmla="*/ 170498 w 528843"/>
              <a:gd name="csY23" fmla="*/ 588197 h 607024"/>
              <a:gd name="csX24" fmla="*/ 181059 w 528843"/>
              <a:gd name="csY24" fmla="*/ 583678 h 607024"/>
              <a:gd name="csX25" fmla="*/ 221798 w 528843"/>
              <a:gd name="csY25" fmla="*/ 601753 h 607024"/>
              <a:gd name="csX26" fmla="*/ 241413 w 528843"/>
              <a:gd name="csY26" fmla="*/ 586690 h 607024"/>
              <a:gd name="csX27" fmla="*/ 264045 w 528843"/>
              <a:gd name="csY27" fmla="*/ 595728 h 607024"/>
              <a:gd name="csX28" fmla="*/ 282151 w 528843"/>
              <a:gd name="csY28" fmla="*/ 591209 h 607024"/>
              <a:gd name="csX29" fmla="*/ 310819 w 528843"/>
              <a:gd name="csY29" fmla="*/ 563343 h 607024"/>
              <a:gd name="csX30" fmla="*/ 325152 w 528843"/>
              <a:gd name="csY30" fmla="*/ 587443 h 607024"/>
              <a:gd name="csX31" fmla="*/ 356838 w 528843"/>
              <a:gd name="csY31" fmla="*/ 605519 h 607024"/>
              <a:gd name="csX32" fmla="*/ 358346 w 528843"/>
              <a:gd name="csY32" fmla="*/ 607025 h 607024"/>
              <a:gd name="csX33" fmla="*/ 358346 w 528843"/>
              <a:gd name="csY33" fmla="*/ 607025 h 607024"/>
              <a:gd name="csX34" fmla="*/ 390787 w 528843"/>
              <a:gd name="csY34" fmla="*/ 591209 h 607024"/>
              <a:gd name="csX35" fmla="*/ 402103 w 528843"/>
              <a:gd name="csY35" fmla="*/ 566356 h 607024"/>
              <a:gd name="csX36" fmla="*/ 393049 w 528843"/>
              <a:gd name="csY36" fmla="*/ 540749 h 607024"/>
              <a:gd name="csX37" fmla="*/ 418700 w 528843"/>
              <a:gd name="csY37" fmla="*/ 501586 h 607024"/>
              <a:gd name="csX38" fmla="*/ 437560 w 528843"/>
              <a:gd name="csY38" fmla="*/ 498574 h 607024"/>
              <a:gd name="csX39" fmla="*/ 435297 w 528843"/>
              <a:gd name="csY39" fmla="*/ 465436 h 607024"/>
              <a:gd name="csX40" fmla="*/ 466228 w 528843"/>
              <a:gd name="csY40" fmla="*/ 423260 h 607024"/>
              <a:gd name="csX41" fmla="*/ 471509 w 528843"/>
              <a:gd name="csY41" fmla="*/ 429286 h 607024"/>
              <a:gd name="csX42" fmla="*/ 499422 w 528843"/>
              <a:gd name="csY42" fmla="*/ 408198 h 607024"/>
              <a:gd name="csX43" fmla="*/ 523563 w 528843"/>
              <a:gd name="csY43" fmla="*/ 372048 h 607024"/>
              <a:gd name="csX44" fmla="*/ 527335 w 528843"/>
              <a:gd name="csY44" fmla="*/ 207112 h 607024"/>
              <a:gd name="csX45" fmla="*/ 528844 w 528843"/>
              <a:gd name="csY45" fmla="*/ 206358 h 607024"/>
              <a:gd name="csX46" fmla="*/ 525072 w 528843"/>
              <a:gd name="csY46" fmla="*/ 190542 h 6070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</a:cxnLst>
            <a:rect l="l" t="t" r="r" b="b"/>
            <a:pathLst>
              <a:path w="528843" h="607024">
                <a:moveTo>
                  <a:pt x="525072" y="190543"/>
                </a:moveTo>
                <a:lnTo>
                  <a:pt x="506212" y="109204"/>
                </a:lnTo>
                <a:lnTo>
                  <a:pt x="502439" y="92635"/>
                </a:lnTo>
                <a:lnTo>
                  <a:pt x="481316" y="0"/>
                </a:lnTo>
                <a:lnTo>
                  <a:pt x="454157" y="17322"/>
                </a:lnTo>
                <a:lnTo>
                  <a:pt x="396067" y="61757"/>
                </a:lnTo>
                <a:lnTo>
                  <a:pt x="358346" y="107698"/>
                </a:lnTo>
                <a:lnTo>
                  <a:pt x="328924" y="112217"/>
                </a:lnTo>
                <a:lnTo>
                  <a:pt x="274607" y="143095"/>
                </a:lnTo>
                <a:lnTo>
                  <a:pt x="244430" y="125020"/>
                </a:lnTo>
                <a:lnTo>
                  <a:pt x="153146" y="114476"/>
                </a:lnTo>
                <a:lnTo>
                  <a:pt x="153146" y="114476"/>
                </a:lnTo>
                <a:lnTo>
                  <a:pt x="104864" y="126526"/>
                </a:lnTo>
                <a:lnTo>
                  <a:pt x="57336" y="137823"/>
                </a:lnTo>
                <a:lnTo>
                  <a:pt x="7544" y="148367"/>
                </a:lnTo>
                <a:lnTo>
                  <a:pt x="0" y="150627"/>
                </a:lnTo>
                <a:lnTo>
                  <a:pt x="2263" y="162677"/>
                </a:lnTo>
                <a:lnTo>
                  <a:pt x="22633" y="276400"/>
                </a:lnTo>
                <a:lnTo>
                  <a:pt x="67897" y="543009"/>
                </a:lnTo>
                <a:lnTo>
                  <a:pt x="69406" y="555812"/>
                </a:lnTo>
                <a:lnTo>
                  <a:pt x="75442" y="549787"/>
                </a:lnTo>
                <a:lnTo>
                  <a:pt x="112408" y="545268"/>
                </a:lnTo>
                <a:lnTo>
                  <a:pt x="132023" y="555059"/>
                </a:lnTo>
                <a:lnTo>
                  <a:pt x="170498" y="588197"/>
                </a:lnTo>
                <a:lnTo>
                  <a:pt x="181059" y="583678"/>
                </a:lnTo>
                <a:lnTo>
                  <a:pt x="221798" y="601753"/>
                </a:lnTo>
                <a:lnTo>
                  <a:pt x="241413" y="586690"/>
                </a:lnTo>
                <a:lnTo>
                  <a:pt x="264045" y="595728"/>
                </a:lnTo>
                <a:lnTo>
                  <a:pt x="282151" y="591209"/>
                </a:lnTo>
                <a:lnTo>
                  <a:pt x="310819" y="563343"/>
                </a:lnTo>
                <a:lnTo>
                  <a:pt x="325152" y="587443"/>
                </a:lnTo>
                <a:lnTo>
                  <a:pt x="356838" y="605519"/>
                </a:lnTo>
                <a:lnTo>
                  <a:pt x="358346" y="607025"/>
                </a:lnTo>
                <a:lnTo>
                  <a:pt x="358346" y="607025"/>
                </a:lnTo>
                <a:lnTo>
                  <a:pt x="390787" y="591209"/>
                </a:lnTo>
                <a:lnTo>
                  <a:pt x="402103" y="566356"/>
                </a:lnTo>
                <a:lnTo>
                  <a:pt x="393049" y="540749"/>
                </a:lnTo>
                <a:lnTo>
                  <a:pt x="418700" y="501586"/>
                </a:lnTo>
                <a:lnTo>
                  <a:pt x="437560" y="498574"/>
                </a:lnTo>
                <a:lnTo>
                  <a:pt x="435297" y="465436"/>
                </a:lnTo>
                <a:lnTo>
                  <a:pt x="466228" y="423260"/>
                </a:lnTo>
                <a:lnTo>
                  <a:pt x="471509" y="429286"/>
                </a:lnTo>
                <a:lnTo>
                  <a:pt x="499422" y="408198"/>
                </a:lnTo>
                <a:lnTo>
                  <a:pt x="523563" y="372048"/>
                </a:lnTo>
                <a:lnTo>
                  <a:pt x="527335" y="207112"/>
                </a:lnTo>
                <a:lnTo>
                  <a:pt x="528844" y="206358"/>
                </a:lnTo>
                <a:lnTo>
                  <a:pt x="525072" y="190542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B3FD60BC-AA0B-7A1C-F8C2-AB3760EE9F8E}"/>
              </a:ext>
            </a:extLst>
          </p:cNvPr>
          <p:cNvSpPr/>
          <p:nvPr/>
        </p:nvSpPr>
        <p:spPr>
          <a:xfrm>
            <a:off x="6678730" y="2916754"/>
            <a:ext cx="1054669" cy="434557"/>
          </a:xfrm>
          <a:custGeom>
            <a:avLst/>
            <a:gdLst>
              <a:gd name="csX0" fmla="*/ 802696 w 1054669"/>
              <a:gd name="csY0" fmla="*/ 55731 h 434557"/>
              <a:gd name="csX1" fmla="*/ 586933 w 1054669"/>
              <a:gd name="csY1" fmla="*/ 91881 h 434557"/>
              <a:gd name="csX2" fmla="*/ 279887 w 1054669"/>
              <a:gd name="csY2" fmla="*/ 132550 h 434557"/>
              <a:gd name="csX3" fmla="*/ 254237 w 1054669"/>
              <a:gd name="csY3" fmla="*/ 133304 h 434557"/>
              <a:gd name="csX4" fmla="*/ 261781 w 1054669"/>
              <a:gd name="csY4" fmla="*/ 163429 h 434557"/>
              <a:gd name="csX5" fmla="*/ 109390 w 1054669"/>
              <a:gd name="csY5" fmla="*/ 183763 h 434557"/>
              <a:gd name="csX6" fmla="*/ 87512 w 1054669"/>
              <a:gd name="csY6" fmla="*/ 186776 h 434557"/>
              <a:gd name="csX7" fmla="*/ 87512 w 1054669"/>
              <a:gd name="csY7" fmla="*/ 187530 h 434557"/>
              <a:gd name="csX8" fmla="*/ 81476 w 1054669"/>
              <a:gd name="csY8" fmla="*/ 195061 h 434557"/>
              <a:gd name="csX9" fmla="*/ 78459 w 1054669"/>
              <a:gd name="csY9" fmla="*/ 194307 h 434557"/>
              <a:gd name="csX10" fmla="*/ 78459 w 1054669"/>
              <a:gd name="csY10" fmla="*/ 188282 h 434557"/>
              <a:gd name="csX11" fmla="*/ 78459 w 1054669"/>
              <a:gd name="csY11" fmla="*/ 187529 h 434557"/>
              <a:gd name="csX12" fmla="*/ 70160 w 1054669"/>
              <a:gd name="csY12" fmla="*/ 188282 h 434557"/>
              <a:gd name="csX13" fmla="*/ 70915 w 1054669"/>
              <a:gd name="csY13" fmla="*/ 189036 h 434557"/>
              <a:gd name="csX14" fmla="*/ 75442 w 1054669"/>
              <a:gd name="csY14" fmla="*/ 210123 h 434557"/>
              <a:gd name="csX15" fmla="*/ 60353 w 1054669"/>
              <a:gd name="csY15" fmla="*/ 228952 h 434557"/>
              <a:gd name="csX16" fmla="*/ 58844 w 1054669"/>
              <a:gd name="csY16" fmla="*/ 263596 h 434557"/>
              <a:gd name="csX17" fmla="*/ 58844 w 1054669"/>
              <a:gd name="csY17" fmla="*/ 269621 h 434557"/>
              <a:gd name="csX18" fmla="*/ 58844 w 1054669"/>
              <a:gd name="csY18" fmla="*/ 270374 h 434557"/>
              <a:gd name="csX19" fmla="*/ 36212 w 1054669"/>
              <a:gd name="csY19" fmla="*/ 314056 h 434557"/>
              <a:gd name="csX20" fmla="*/ 40739 w 1054669"/>
              <a:gd name="csY20" fmla="*/ 344935 h 434557"/>
              <a:gd name="csX21" fmla="*/ 19615 w 1054669"/>
              <a:gd name="csY21" fmla="*/ 378072 h 434557"/>
              <a:gd name="csX22" fmla="*/ 27159 w 1054669"/>
              <a:gd name="csY22" fmla="*/ 408198 h 434557"/>
              <a:gd name="csX23" fmla="*/ 0 w 1054669"/>
              <a:gd name="csY23" fmla="*/ 433051 h 434557"/>
              <a:gd name="csX24" fmla="*/ 1509 w 1054669"/>
              <a:gd name="csY24" fmla="*/ 434557 h 434557"/>
              <a:gd name="csX25" fmla="*/ 18106 w 1054669"/>
              <a:gd name="csY25" fmla="*/ 433051 h 434557"/>
              <a:gd name="csX26" fmla="*/ 168989 w 1054669"/>
              <a:gd name="csY26" fmla="*/ 414223 h 434557"/>
              <a:gd name="csX27" fmla="*/ 235377 w 1054669"/>
              <a:gd name="csY27" fmla="*/ 405185 h 434557"/>
              <a:gd name="csX28" fmla="*/ 273098 w 1054669"/>
              <a:gd name="csY28" fmla="*/ 399913 h 434557"/>
              <a:gd name="csX29" fmla="*/ 274607 w 1054669"/>
              <a:gd name="csY29" fmla="*/ 399913 h 434557"/>
              <a:gd name="csX30" fmla="*/ 273852 w 1054669"/>
              <a:gd name="csY30" fmla="*/ 398407 h 434557"/>
              <a:gd name="csX31" fmla="*/ 400594 w 1054669"/>
              <a:gd name="csY31" fmla="*/ 381085 h 434557"/>
              <a:gd name="csX32" fmla="*/ 460946 w 1054669"/>
              <a:gd name="csY32" fmla="*/ 373554 h 434557"/>
              <a:gd name="csX33" fmla="*/ 581652 w 1054669"/>
              <a:gd name="csY33" fmla="*/ 353972 h 434557"/>
              <a:gd name="csX34" fmla="*/ 604285 w 1054669"/>
              <a:gd name="csY34" fmla="*/ 350206 h 434557"/>
              <a:gd name="csX35" fmla="*/ 617865 w 1054669"/>
              <a:gd name="csY35" fmla="*/ 348700 h 434557"/>
              <a:gd name="csX36" fmla="*/ 681990 w 1054669"/>
              <a:gd name="csY36" fmla="*/ 336650 h 434557"/>
              <a:gd name="csX37" fmla="*/ 697832 w 1054669"/>
              <a:gd name="csY37" fmla="*/ 333637 h 434557"/>
              <a:gd name="csX38" fmla="*/ 756677 w 1054669"/>
              <a:gd name="csY38" fmla="*/ 322341 h 434557"/>
              <a:gd name="csX39" fmla="*/ 767238 w 1054669"/>
              <a:gd name="csY39" fmla="*/ 320834 h 434557"/>
              <a:gd name="csX40" fmla="*/ 767238 w 1054669"/>
              <a:gd name="csY40" fmla="*/ 313303 h 434557"/>
              <a:gd name="csX41" fmla="*/ 766484 w 1054669"/>
              <a:gd name="csY41" fmla="*/ 280165 h 434557"/>
              <a:gd name="csX42" fmla="*/ 794397 w 1054669"/>
              <a:gd name="csY42" fmla="*/ 265103 h 434557"/>
              <a:gd name="csX43" fmla="*/ 795906 w 1054669"/>
              <a:gd name="csY43" fmla="*/ 245521 h 434557"/>
              <a:gd name="csX44" fmla="*/ 827591 w 1054669"/>
              <a:gd name="csY44" fmla="*/ 216149 h 434557"/>
              <a:gd name="csX45" fmla="*/ 857768 w 1054669"/>
              <a:gd name="csY45" fmla="*/ 208618 h 434557"/>
              <a:gd name="csX46" fmla="*/ 919630 w 1054669"/>
              <a:gd name="csY46" fmla="*/ 152886 h 434557"/>
              <a:gd name="csX47" fmla="*/ 943016 w 1054669"/>
              <a:gd name="csY47" fmla="*/ 118242 h 434557"/>
              <a:gd name="csX48" fmla="*/ 961122 w 1054669"/>
              <a:gd name="csY48" fmla="*/ 125020 h 434557"/>
              <a:gd name="csX49" fmla="*/ 1001861 w 1054669"/>
              <a:gd name="csY49" fmla="*/ 85104 h 434557"/>
              <a:gd name="csX50" fmla="*/ 1023739 w 1054669"/>
              <a:gd name="csY50" fmla="*/ 82844 h 434557"/>
              <a:gd name="csX51" fmla="*/ 1043353 w 1054669"/>
              <a:gd name="csY51" fmla="*/ 42928 h 434557"/>
              <a:gd name="csX52" fmla="*/ 1051652 w 1054669"/>
              <a:gd name="csY52" fmla="*/ 43682 h 434557"/>
              <a:gd name="csX53" fmla="*/ 1050897 w 1054669"/>
              <a:gd name="csY53" fmla="*/ 11297 h 434557"/>
              <a:gd name="csX54" fmla="*/ 1054669 w 1054669"/>
              <a:gd name="csY54" fmla="*/ 0 h 434557"/>
              <a:gd name="csX55" fmla="*/ 1042599 w 1054669"/>
              <a:gd name="csY55" fmla="*/ 2259 h 434557"/>
              <a:gd name="csX56" fmla="*/ 999597 w 1054669"/>
              <a:gd name="csY56" fmla="*/ 14310 h 434557"/>
              <a:gd name="csX57" fmla="*/ 948297 w 1054669"/>
              <a:gd name="csY57" fmla="*/ 24853 h 434557"/>
              <a:gd name="csX58" fmla="*/ 819292 w 1054669"/>
              <a:gd name="csY58" fmla="*/ 51213 h 434557"/>
              <a:gd name="csX59" fmla="*/ 805713 w 1054669"/>
              <a:gd name="csY59" fmla="*/ 53472 h 434557"/>
              <a:gd name="csX60" fmla="*/ 802695 w 1054669"/>
              <a:gd name="csY60" fmla="*/ 55732 h 4345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</a:cxnLst>
            <a:rect l="l" t="t" r="r" b="b"/>
            <a:pathLst>
              <a:path w="1054669" h="434557">
                <a:moveTo>
                  <a:pt x="802696" y="55731"/>
                </a:moveTo>
                <a:lnTo>
                  <a:pt x="586933" y="91881"/>
                </a:lnTo>
                <a:lnTo>
                  <a:pt x="279887" y="132550"/>
                </a:lnTo>
                <a:lnTo>
                  <a:pt x="254237" y="133304"/>
                </a:lnTo>
                <a:lnTo>
                  <a:pt x="261781" y="163429"/>
                </a:lnTo>
                <a:lnTo>
                  <a:pt x="109390" y="183763"/>
                </a:lnTo>
                <a:lnTo>
                  <a:pt x="87512" y="186776"/>
                </a:lnTo>
                <a:lnTo>
                  <a:pt x="87512" y="187530"/>
                </a:lnTo>
                <a:lnTo>
                  <a:pt x="81476" y="195061"/>
                </a:lnTo>
                <a:lnTo>
                  <a:pt x="78459" y="194307"/>
                </a:lnTo>
                <a:lnTo>
                  <a:pt x="78459" y="188282"/>
                </a:lnTo>
                <a:lnTo>
                  <a:pt x="78459" y="187529"/>
                </a:lnTo>
                <a:lnTo>
                  <a:pt x="70160" y="188282"/>
                </a:lnTo>
                <a:lnTo>
                  <a:pt x="70915" y="189036"/>
                </a:lnTo>
                <a:lnTo>
                  <a:pt x="75442" y="210123"/>
                </a:lnTo>
                <a:lnTo>
                  <a:pt x="60353" y="228952"/>
                </a:lnTo>
                <a:lnTo>
                  <a:pt x="58844" y="263596"/>
                </a:lnTo>
                <a:lnTo>
                  <a:pt x="58844" y="269621"/>
                </a:lnTo>
                <a:lnTo>
                  <a:pt x="58844" y="270374"/>
                </a:lnTo>
                <a:lnTo>
                  <a:pt x="36212" y="314056"/>
                </a:lnTo>
                <a:lnTo>
                  <a:pt x="40739" y="344935"/>
                </a:lnTo>
                <a:lnTo>
                  <a:pt x="19615" y="378072"/>
                </a:lnTo>
                <a:lnTo>
                  <a:pt x="27159" y="408198"/>
                </a:lnTo>
                <a:lnTo>
                  <a:pt x="0" y="433051"/>
                </a:lnTo>
                <a:lnTo>
                  <a:pt x="1509" y="434557"/>
                </a:lnTo>
                <a:lnTo>
                  <a:pt x="18106" y="433051"/>
                </a:lnTo>
                <a:lnTo>
                  <a:pt x="168989" y="414223"/>
                </a:lnTo>
                <a:lnTo>
                  <a:pt x="235377" y="405185"/>
                </a:lnTo>
                <a:lnTo>
                  <a:pt x="273098" y="399913"/>
                </a:lnTo>
                <a:lnTo>
                  <a:pt x="274607" y="399913"/>
                </a:lnTo>
                <a:lnTo>
                  <a:pt x="273852" y="398407"/>
                </a:lnTo>
                <a:lnTo>
                  <a:pt x="400594" y="381085"/>
                </a:lnTo>
                <a:lnTo>
                  <a:pt x="460946" y="373554"/>
                </a:lnTo>
                <a:lnTo>
                  <a:pt x="581652" y="353972"/>
                </a:lnTo>
                <a:lnTo>
                  <a:pt x="604285" y="350206"/>
                </a:lnTo>
                <a:lnTo>
                  <a:pt x="617865" y="348700"/>
                </a:lnTo>
                <a:lnTo>
                  <a:pt x="681990" y="336650"/>
                </a:lnTo>
                <a:lnTo>
                  <a:pt x="697832" y="333637"/>
                </a:lnTo>
                <a:lnTo>
                  <a:pt x="756677" y="322341"/>
                </a:lnTo>
                <a:lnTo>
                  <a:pt x="767238" y="320834"/>
                </a:lnTo>
                <a:lnTo>
                  <a:pt x="767238" y="313303"/>
                </a:lnTo>
                <a:lnTo>
                  <a:pt x="766484" y="280165"/>
                </a:lnTo>
                <a:lnTo>
                  <a:pt x="794397" y="265103"/>
                </a:lnTo>
                <a:lnTo>
                  <a:pt x="795906" y="245521"/>
                </a:lnTo>
                <a:lnTo>
                  <a:pt x="827591" y="216149"/>
                </a:lnTo>
                <a:lnTo>
                  <a:pt x="857768" y="208618"/>
                </a:lnTo>
                <a:lnTo>
                  <a:pt x="919630" y="152886"/>
                </a:lnTo>
                <a:lnTo>
                  <a:pt x="943016" y="118242"/>
                </a:lnTo>
                <a:lnTo>
                  <a:pt x="961122" y="125020"/>
                </a:lnTo>
                <a:lnTo>
                  <a:pt x="1001861" y="85104"/>
                </a:lnTo>
                <a:lnTo>
                  <a:pt x="1023739" y="82844"/>
                </a:lnTo>
                <a:lnTo>
                  <a:pt x="1043353" y="42928"/>
                </a:lnTo>
                <a:lnTo>
                  <a:pt x="1051652" y="43682"/>
                </a:lnTo>
                <a:lnTo>
                  <a:pt x="1050897" y="11297"/>
                </a:lnTo>
                <a:lnTo>
                  <a:pt x="1054669" y="0"/>
                </a:lnTo>
                <a:lnTo>
                  <a:pt x="1042599" y="2259"/>
                </a:lnTo>
                <a:lnTo>
                  <a:pt x="999597" y="14310"/>
                </a:lnTo>
                <a:lnTo>
                  <a:pt x="948297" y="24853"/>
                </a:lnTo>
                <a:lnTo>
                  <a:pt x="819292" y="51213"/>
                </a:lnTo>
                <a:lnTo>
                  <a:pt x="805713" y="53472"/>
                </a:lnTo>
                <a:lnTo>
                  <a:pt x="802695" y="55732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51A482CE-0E13-C643-B0C7-238308DB4F5E}"/>
              </a:ext>
            </a:extLst>
          </p:cNvPr>
          <p:cNvSpPr/>
          <p:nvPr/>
        </p:nvSpPr>
        <p:spPr>
          <a:xfrm>
            <a:off x="7484444" y="2378262"/>
            <a:ext cx="970175" cy="591963"/>
          </a:xfrm>
          <a:custGeom>
            <a:avLst/>
            <a:gdLst>
              <a:gd name="csX0" fmla="*/ 949052 w 970175"/>
              <a:gd name="csY0" fmla="*/ 365270 h 591963"/>
              <a:gd name="csX1" fmla="*/ 951315 w 970175"/>
              <a:gd name="csY1" fmla="*/ 365270 h 591963"/>
              <a:gd name="csX2" fmla="*/ 953578 w 970175"/>
              <a:gd name="csY2" fmla="*/ 364517 h 591963"/>
              <a:gd name="csX3" fmla="*/ 953578 w 970175"/>
              <a:gd name="csY3" fmla="*/ 364517 h 591963"/>
              <a:gd name="csX4" fmla="*/ 952069 w 970175"/>
              <a:gd name="csY4" fmla="*/ 360751 h 591963"/>
              <a:gd name="csX5" fmla="*/ 949052 w 970175"/>
              <a:gd name="csY5" fmla="*/ 365270 h 591963"/>
              <a:gd name="csX6" fmla="*/ 949052 w 970175"/>
              <a:gd name="csY6" fmla="*/ 365270 h 591963"/>
              <a:gd name="csX7" fmla="*/ 923401 w 970175"/>
              <a:gd name="csY7" fmla="*/ 280919 h 591963"/>
              <a:gd name="csX8" fmla="*/ 923401 w 970175"/>
              <a:gd name="csY8" fmla="*/ 284685 h 591963"/>
              <a:gd name="csX9" fmla="*/ 927174 w 970175"/>
              <a:gd name="csY9" fmla="*/ 282426 h 591963"/>
              <a:gd name="csX10" fmla="*/ 923401 w 970175"/>
              <a:gd name="csY10" fmla="*/ 280919 h 591963"/>
              <a:gd name="csX11" fmla="*/ 936981 w 970175"/>
              <a:gd name="csY11" fmla="*/ 254560 h 591963"/>
              <a:gd name="csX12" fmla="*/ 936227 w 970175"/>
              <a:gd name="csY12" fmla="*/ 248535 h 591963"/>
              <a:gd name="csX13" fmla="*/ 936227 w 970175"/>
              <a:gd name="csY13" fmla="*/ 248535 h 591963"/>
              <a:gd name="csX14" fmla="*/ 936981 w 970175"/>
              <a:gd name="csY14" fmla="*/ 254560 h 591963"/>
              <a:gd name="csX15" fmla="*/ 932455 w 970175"/>
              <a:gd name="csY15" fmla="*/ 263597 h 591963"/>
              <a:gd name="csX16" fmla="*/ 930946 w 970175"/>
              <a:gd name="csY16" fmla="*/ 273388 h 591963"/>
              <a:gd name="csX17" fmla="*/ 928682 w 970175"/>
              <a:gd name="csY17" fmla="*/ 277154 h 591963"/>
              <a:gd name="csX18" fmla="*/ 932455 w 970175"/>
              <a:gd name="csY18" fmla="*/ 263597 h 591963"/>
              <a:gd name="csX19" fmla="*/ 939244 w 970175"/>
              <a:gd name="csY19" fmla="*/ 244016 h 591963"/>
              <a:gd name="csX20" fmla="*/ 939999 w 970175"/>
              <a:gd name="csY20" fmla="*/ 239497 h 591963"/>
              <a:gd name="csX21" fmla="*/ 938490 w 970175"/>
              <a:gd name="csY21" fmla="*/ 244016 h 591963"/>
              <a:gd name="csX22" fmla="*/ 939245 w 970175"/>
              <a:gd name="csY22" fmla="*/ 244016 h 591963"/>
              <a:gd name="csX23" fmla="*/ 943771 w 970175"/>
              <a:gd name="csY23" fmla="*/ 223681 h 591963"/>
              <a:gd name="csX24" fmla="*/ 946034 w 970175"/>
              <a:gd name="csY24" fmla="*/ 218409 h 591963"/>
              <a:gd name="csX25" fmla="*/ 942262 w 970175"/>
              <a:gd name="csY25" fmla="*/ 231966 h 591963"/>
              <a:gd name="csX26" fmla="*/ 943771 w 970175"/>
              <a:gd name="csY26" fmla="*/ 223681 h 591963"/>
              <a:gd name="csX27" fmla="*/ 944525 w 970175"/>
              <a:gd name="csY27" fmla="*/ 212384 h 591963"/>
              <a:gd name="csX28" fmla="*/ 947543 w 970175"/>
              <a:gd name="csY28" fmla="*/ 195815 h 591963"/>
              <a:gd name="csX29" fmla="*/ 943771 w 970175"/>
              <a:gd name="csY29" fmla="*/ 199581 h 591963"/>
              <a:gd name="csX30" fmla="*/ 944525 w 970175"/>
              <a:gd name="csY30" fmla="*/ 212384 h 591963"/>
              <a:gd name="csX31" fmla="*/ 958105 w 970175"/>
              <a:gd name="csY31" fmla="*/ 137824 h 591963"/>
              <a:gd name="csX32" fmla="*/ 959613 w 970175"/>
              <a:gd name="csY32" fmla="*/ 131046 h 591963"/>
              <a:gd name="csX33" fmla="*/ 958859 w 970175"/>
              <a:gd name="csY33" fmla="*/ 132552 h 591963"/>
              <a:gd name="csX34" fmla="*/ 958104 w 970175"/>
              <a:gd name="csY34" fmla="*/ 137824 h 591963"/>
              <a:gd name="csX35" fmla="*/ 955087 w 970175"/>
              <a:gd name="csY35" fmla="*/ 120502 h 591963"/>
              <a:gd name="csX36" fmla="*/ 945280 w 970175"/>
              <a:gd name="csY36" fmla="*/ 124268 h 591963"/>
              <a:gd name="csX37" fmla="*/ 930191 w 970175"/>
              <a:gd name="csY37" fmla="*/ 131046 h 591963"/>
              <a:gd name="csX38" fmla="*/ 924911 w 970175"/>
              <a:gd name="csY38" fmla="*/ 137824 h 591963"/>
              <a:gd name="csX39" fmla="*/ 927174 w 970175"/>
              <a:gd name="csY39" fmla="*/ 138578 h 591963"/>
              <a:gd name="csX40" fmla="*/ 909068 w 970175"/>
              <a:gd name="csY40" fmla="*/ 250794 h 591963"/>
              <a:gd name="csX41" fmla="*/ 915858 w 970175"/>
              <a:gd name="csY41" fmla="*/ 268870 h 591963"/>
              <a:gd name="csX42" fmla="*/ 926419 w 970175"/>
              <a:gd name="csY42" fmla="*/ 222175 h 591963"/>
              <a:gd name="csX43" fmla="*/ 946034 w 970175"/>
              <a:gd name="csY43" fmla="*/ 161171 h 591963"/>
              <a:gd name="csX44" fmla="*/ 955087 w 970175"/>
              <a:gd name="csY44" fmla="*/ 121255 h 591963"/>
              <a:gd name="csX45" fmla="*/ 955087 w 970175"/>
              <a:gd name="csY45" fmla="*/ 120502 h 591963"/>
              <a:gd name="csX46" fmla="*/ 970175 w 970175"/>
              <a:gd name="csY46" fmla="*/ 114477 h 591963"/>
              <a:gd name="csX47" fmla="*/ 967912 w 970175"/>
              <a:gd name="csY47" fmla="*/ 115231 h 591963"/>
              <a:gd name="csX48" fmla="*/ 967158 w 970175"/>
              <a:gd name="csY48" fmla="*/ 118243 h 591963"/>
              <a:gd name="csX49" fmla="*/ 963385 w 970175"/>
              <a:gd name="csY49" fmla="*/ 141590 h 591963"/>
              <a:gd name="csX50" fmla="*/ 966403 w 970175"/>
              <a:gd name="csY50" fmla="*/ 133306 h 591963"/>
              <a:gd name="csX51" fmla="*/ 970175 w 970175"/>
              <a:gd name="csY51" fmla="*/ 114477 h 591963"/>
              <a:gd name="csX52" fmla="*/ 181814 w 970175"/>
              <a:gd name="csY52" fmla="*/ 402927 h 591963"/>
              <a:gd name="csX53" fmla="*/ 176533 w 970175"/>
              <a:gd name="csY53" fmla="*/ 410458 h 591963"/>
              <a:gd name="csX54" fmla="*/ 140321 w 970175"/>
              <a:gd name="csY54" fmla="*/ 456399 h 591963"/>
              <a:gd name="csX55" fmla="*/ 111653 w 970175"/>
              <a:gd name="csY55" fmla="*/ 478993 h 591963"/>
              <a:gd name="csX56" fmla="*/ 105618 w 970175"/>
              <a:gd name="csY56" fmla="*/ 498575 h 591963"/>
              <a:gd name="csX57" fmla="*/ 61862 w 970175"/>
              <a:gd name="csY57" fmla="*/ 555813 h 591963"/>
              <a:gd name="csX58" fmla="*/ 5280 w 970175"/>
              <a:gd name="csY58" fmla="*/ 585938 h 591963"/>
              <a:gd name="csX59" fmla="*/ 0 w 970175"/>
              <a:gd name="csY59" fmla="*/ 591963 h 591963"/>
              <a:gd name="csX60" fmla="*/ 13579 w 970175"/>
              <a:gd name="csY60" fmla="*/ 589704 h 591963"/>
              <a:gd name="csX61" fmla="*/ 142584 w 970175"/>
              <a:gd name="csY61" fmla="*/ 563344 h 591963"/>
              <a:gd name="csX62" fmla="*/ 193884 w 970175"/>
              <a:gd name="csY62" fmla="*/ 552800 h 591963"/>
              <a:gd name="csX63" fmla="*/ 236886 w 970175"/>
              <a:gd name="csY63" fmla="*/ 540750 h 591963"/>
              <a:gd name="csX64" fmla="*/ 248956 w 970175"/>
              <a:gd name="csY64" fmla="*/ 538491 h 591963"/>
              <a:gd name="csX65" fmla="*/ 249711 w 970175"/>
              <a:gd name="csY65" fmla="*/ 539997 h 591963"/>
              <a:gd name="csX66" fmla="*/ 444349 w 970175"/>
              <a:gd name="csY66" fmla="*/ 503847 h 591963"/>
              <a:gd name="csX67" fmla="*/ 636725 w 970175"/>
              <a:gd name="csY67" fmla="*/ 454893 h 591963"/>
              <a:gd name="csX68" fmla="*/ 938490 w 970175"/>
              <a:gd name="csY68" fmla="*/ 369036 h 591963"/>
              <a:gd name="csX69" fmla="*/ 938490 w 970175"/>
              <a:gd name="csY69" fmla="*/ 369036 h 591963"/>
              <a:gd name="csX70" fmla="*/ 936227 w 970175"/>
              <a:gd name="csY70" fmla="*/ 365270 h 591963"/>
              <a:gd name="csX71" fmla="*/ 935472 w 970175"/>
              <a:gd name="csY71" fmla="*/ 363011 h 591963"/>
              <a:gd name="csX72" fmla="*/ 940753 w 970175"/>
              <a:gd name="csY72" fmla="*/ 368283 h 591963"/>
              <a:gd name="csX73" fmla="*/ 940753 w 970175"/>
              <a:gd name="csY73" fmla="*/ 368283 h 591963"/>
              <a:gd name="csX74" fmla="*/ 940753 w 970175"/>
              <a:gd name="csY74" fmla="*/ 368283 h 591963"/>
              <a:gd name="csX75" fmla="*/ 946789 w 970175"/>
              <a:gd name="csY75" fmla="*/ 366776 h 591963"/>
              <a:gd name="csX76" fmla="*/ 946034 w 970175"/>
              <a:gd name="csY76" fmla="*/ 366023 h 591963"/>
              <a:gd name="csX77" fmla="*/ 940753 w 970175"/>
              <a:gd name="csY77" fmla="*/ 340416 h 591963"/>
              <a:gd name="csX78" fmla="*/ 944525 w 970175"/>
              <a:gd name="csY78" fmla="*/ 341170 h 591963"/>
              <a:gd name="csX79" fmla="*/ 956596 w 970175"/>
              <a:gd name="csY79" fmla="*/ 363764 h 591963"/>
              <a:gd name="csX80" fmla="*/ 956596 w 970175"/>
              <a:gd name="csY80" fmla="*/ 363764 h 591963"/>
              <a:gd name="csX81" fmla="*/ 956596 w 970175"/>
              <a:gd name="csY81" fmla="*/ 363764 h 591963"/>
              <a:gd name="csX82" fmla="*/ 958859 w 970175"/>
              <a:gd name="csY82" fmla="*/ 363010 h 591963"/>
              <a:gd name="csX83" fmla="*/ 960368 w 970175"/>
              <a:gd name="csY83" fmla="*/ 362257 h 591963"/>
              <a:gd name="csX84" fmla="*/ 957350 w 970175"/>
              <a:gd name="csY84" fmla="*/ 356232 h 591963"/>
              <a:gd name="csX85" fmla="*/ 926419 w 970175"/>
              <a:gd name="csY85" fmla="*/ 308785 h 591963"/>
              <a:gd name="csX86" fmla="*/ 887944 w 970175"/>
              <a:gd name="csY86" fmla="*/ 315563 h 591963"/>
              <a:gd name="csX87" fmla="*/ 870593 w 970175"/>
              <a:gd name="csY87" fmla="*/ 329872 h 591963"/>
              <a:gd name="csX88" fmla="*/ 853995 w 970175"/>
              <a:gd name="csY88" fmla="*/ 314810 h 591963"/>
              <a:gd name="csX89" fmla="*/ 797414 w 970175"/>
              <a:gd name="csY89" fmla="*/ 295982 h 591963"/>
              <a:gd name="csX90" fmla="*/ 758185 w 970175"/>
              <a:gd name="csY90" fmla="*/ 294475 h 591963"/>
              <a:gd name="csX91" fmla="*/ 834381 w 970175"/>
              <a:gd name="csY91" fmla="*/ 287697 h 591963"/>
              <a:gd name="csX92" fmla="*/ 876628 w 970175"/>
              <a:gd name="csY92" fmla="*/ 316316 h 591963"/>
              <a:gd name="csX93" fmla="*/ 888699 w 970175"/>
              <a:gd name="csY93" fmla="*/ 297488 h 591963"/>
              <a:gd name="csX94" fmla="*/ 854750 w 970175"/>
              <a:gd name="csY94" fmla="*/ 254559 h 591963"/>
              <a:gd name="csX95" fmla="*/ 878891 w 970175"/>
              <a:gd name="csY95" fmla="*/ 256065 h 591963"/>
              <a:gd name="csX96" fmla="*/ 866066 w 970175"/>
              <a:gd name="csY96" fmla="*/ 221421 h 591963"/>
              <a:gd name="csX97" fmla="*/ 835890 w 970175"/>
              <a:gd name="csY97" fmla="*/ 222928 h 591963"/>
              <a:gd name="csX98" fmla="*/ 764220 w 970175"/>
              <a:gd name="csY98" fmla="*/ 164936 h 591963"/>
              <a:gd name="csX99" fmla="*/ 755167 w 970175"/>
              <a:gd name="csY99" fmla="*/ 164936 h 591963"/>
              <a:gd name="csX100" fmla="*/ 856259 w 970175"/>
              <a:gd name="csY100" fmla="*/ 214643 h 591963"/>
              <a:gd name="csX101" fmla="*/ 849469 w 970175"/>
              <a:gd name="csY101" fmla="*/ 179999 h 591963"/>
              <a:gd name="csX102" fmla="*/ 856259 w 970175"/>
              <a:gd name="csY102" fmla="*/ 168702 h 591963"/>
              <a:gd name="csX103" fmla="*/ 804959 w 970175"/>
              <a:gd name="csY103" fmla="*/ 149121 h 591963"/>
              <a:gd name="csX104" fmla="*/ 760449 w 970175"/>
              <a:gd name="csY104" fmla="*/ 146108 h 591963"/>
              <a:gd name="csX105" fmla="*/ 738570 w 970175"/>
              <a:gd name="csY105" fmla="*/ 126527 h 591963"/>
              <a:gd name="csX106" fmla="*/ 720465 w 970175"/>
              <a:gd name="csY106" fmla="*/ 137824 h 591963"/>
              <a:gd name="csX107" fmla="*/ 713675 w 970175"/>
              <a:gd name="csY107" fmla="*/ 85857 h 591963"/>
              <a:gd name="csX108" fmla="*/ 721219 w 970175"/>
              <a:gd name="csY108" fmla="*/ 87364 h 591963"/>
              <a:gd name="csX109" fmla="*/ 719710 w 970175"/>
              <a:gd name="csY109" fmla="*/ 45188 h 591963"/>
              <a:gd name="csX110" fmla="*/ 718201 w 970175"/>
              <a:gd name="csY110" fmla="*/ 43682 h 591963"/>
              <a:gd name="csX111" fmla="*/ 716692 w 970175"/>
              <a:gd name="csY111" fmla="*/ 44435 h 591963"/>
              <a:gd name="csX112" fmla="*/ 715184 w 970175"/>
              <a:gd name="csY112" fmla="*/ 43682 h 591963"/>
              <a:gd name="csX113" fmla="*/ 711411 w 970175"/>
              <a:gd name="csY113" fmla="*/ 40669 h 591963"/>
              <a:gd name="csX114" fmla="*/ 709148 w 970175"/>
              <a:gd name="csY114" fmla="*/ 38410 h 591963"/>
              <a:gd name="csX115" fmla="*/ 685007 w 970175"/>
              <a:gd name="csY115" fmla="*/ 27866 h 591963"/>
              <a:gd name="csX116" fmla="*/ 660111 w 970175"/>
              <a:gd name="csY116" fmla="*/ 9791 h 591963"/>
              <a:gd name="csX117" fmla="*/ 625408 w 970175"/>
              <a:gd name="csY117" fmla="*/ 753 h 591963"/>
              <a:gd name="csX118" fmla="*/ 623145 w 970175"/>
              <a:gd name="csY118" fmla="*/ 0 h 591963"/>
              <a:gd name="csX119" fmla="*/ 623145 w 970175"/>
              <a:gd name="csY119" fmla="*/ 753 h 591963"/>
              <a:gd name="csX120" fmla="*/ 618618 w 970175"/>
              <a:gd name="csY120" fmla="*/ 32385 h 591963"/>
              <a:gd name="csX121" fmla="*/ 548458 w 970175"/>
              <a:gd name="csY121" fmla="*/ 2260 h 591963"/>
              <a:gd name="csX122" fmla="*/ 549967 w 970175"/>
              <a:gd name="csY122" fmla="*/ 45941 h 591963"/>
              <a:gd name="csX123" fmla="*/ 511492 w 970175"/>
              <a:gd name="csY123" fmla="*/ 118995 h 591963"/>
              <a:gd name="csX124" fmla="*/ 488105 w 970175"/>
              <a:gd name="csY124" fmla="*/ 144602 h 591963"/>
              <a:gd name="csX125" fmla="*/ 473017 w 970175"/>
              <a:gd name="csY125" fmla="*/ 189037 h 591963"/>
              <a:gd name="csX126" fmla="*/ 426998 w 970175"/>
              <a:gd name="csY126" fmla="*/ 173221 h 591963"/>
              <a:gd name="csX127" fmla="*/ 404365 w 970175"/>
              <a:gd name="csY127" fmla="*/ 275647 h 591963"/>
              <a:gd name="csX128" fmla="*/ 386259 w 970175"/>
              <a:gd name="csY128" fmla="*/ 310291 h 591963"/>
              <a:gd name="csX129" fmla="*/ 383241 w 970175"/>
              <a:gd name="csY129" fmla="*/ 355479 h 591963"/>
              <a:gd name="csX130" fmla="*/ 369662 w 970175"/>
              <a:gd name="csY130" fmla="*/ 377320 h 591963"/>
              <a:gd name="csX131" fmla="*/ 319116 w 970175"/>
              <a:gd name="csY131" fmla="*/ 392382 h 591963"/>
              <a:gd name="csX132" fmla="*/ 277624 w 970175"/>
              <a:gd name="csY132" fmla="*/ 424767 h 591963"/>
              <a:gd name="csX133" fmla="*/ 258009 w 970175"/>
              <a:gd name="csY133" fmla="*/ 427780 h 591963"/>
              <a:gd name="csX134" fmla="*/ 239149 w 970175"/>
              <a:gd name="csY134" fmla="*/ 444349 h 591963"/>
              <a:gd name="csX135" fmla="*/ 191621 w 970175"/>
              <a:gd name="csY135" fmla="*/ 427027 h 591963"/>
              <a:gd name="csX136" fmla="*/ 183322 w 970175"/>
              <a:gd name="csY136" fmla="*/ 403679 h 591963"/>
              <a:gd name="csX137" fmla="*/ 181813 w 970175"/>
              <a:gd name="csY137" fmla="*/ 402926 h 5919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</a:cxnLst>
            <a:rect l="l" t="t" r="r" b="b"/>
            <a:pathLst>
              <a:path w="970175" h="591963">
                <a:moveTo>
                  <a:pt x="949052" y="365270"/>
                </a:moveTo>
                <a:lnTo>
                  <a:pt x="951315" y="365270"/>
                </a:lnTo>
                <a:lnTo>
                  <a:pt x="953578" y="364517"/>
                </a:lnTo>
                <a:lnTo>
                  <a:pt x="953578" y="364517"/>
                </a:lnTo>
                <a:lnTo>
                  <a:pt x="952069" y="360751"/>
                </a:lnTo>
                <a:lnTo>
                  <a:pt x="949052" y="365270"/>
                </a:lnTo>
                <a:lnTo>
                  <a:pt x="949052" y="365270"/>
                </a:lnTo>
                <a:close/>
                <a:moveTo>
                  <a:pt x="923401" y="280919"/>
                </a:moveTo>
                <a:lnTo>
                  <a:pt x="923401" y="284685"/>
                </a:lnTo>
                <a:lnTo>
                  <a:pt x="927174" y="282426"/>
                </a:lnTo>
                <a:lnTo>
                  <a:pt x="923401" y="280919"/>
                </a:lnTo>
                <a:close/>
                <a:moveTo>
                  <a:pt x="936981" y="254560"/>
                </a:moveTo>
                <a:lnTo>
                  <a:pt x="936227" y="248535"/>
                </a:lnTo>
                <a:lnTo>
                  <a:pt x="936227" y="248535"/>
                </a:lnTo>
                <a:lnTo>
                  <a:pt x="936981" y="254560"/>
                </a:lnTo>
                <a:close/>
                <a:moveTo>
                  <a:pt x="932455" y="263597"/>
                </a:moveTo>
                <a:lnTo>
                  <a:pt x="930946" y="273388"/>
                </a:lnTo>
                <a:lnTo>
                  <a:pt x="928682" y="277154"/>
                </a:lnTo>
                <a:lnTo>
                  <a:pt x="932455" y="263597"/>
                </a:lnTo>
                <a:close/>
                <a:moveTo>
                  <a:pt x="939244" y="244016"/>
                </a:moveTo>
                <a:lnTo>
                  <a:pt x="939999" y="239497"/>
                </a:lnTo>
                <a:lnTo>
                  <a:pt x="938490" y="244016"/>
                </a:lnTo>
                <a:lnTo>
                  <a:pt x="939245" y="244016"/>
                </a:lnTo>
                <a:close/>
                <a:moveTo>
                  <a:pt x="943771" y="223681"/>
                </a:moveTo>
                <a:lnTo>
                  <a:pt x="946034" y="218409"/>
                </a:lnTo>
                <a:lnTo>
                  <a:pt x="942262" y="231966"/>
                </a:lnTo>
                <a:lnTo>
                  <a:pt x="943771" y="223681"/>
                </a:lnTo>
                <a:close/>
                <a:moveTo>
                  <a:pt x="944525" y="212384"/>
                </a:moveTo>
                <a:lnTo>
                  <a:pt x="947543" y="195815"/>
                </a:lnTo>
                <a:lnTo>
                  <a:pt x="943771" y="199581"/>
                </a:lnTo>
                <a:lnTo>
                  <a:pt x="944525" y="212384"/>
                </a:lnTo>
                <a:close/>
                <a:moveTo>
                  <a:pt x="958105" y="137824"/>
                </a:moveTo>
                <a:lnTo>
                  <a:pt x="959613" y="131046"/>
                </a:lnTo>
                <a:lnTo>
                  <a:pt x="958859" y="132552"/>
                </a:lnTo>
                <a:lnTo>
                  <a:pt x="958104" y="137824"/>
                </a:lnTo>
                <a:close/>
                <a:moveTo>
                  <a:pt x="955087" y="120502"/>
                </a:moveTo>
                <a:lnTo>
                  <a:pt x="945280" y="124268"/>
                </a:lnTo>
                <a:lnTo>
                  <a:pt x="930191" y="131046"/>
                </a:lnTo>
                <a:lnTo>
                  <a:pt x="924911" y="137824"/>
                </a:lnTo>
                <a:lnTo>
                  <a:pt x="927174" y="138578"/>
                </a:lnTo>
                <a:lnTo>
                  <a:pt x="909068" y="250794"/>
                </a:lnTo>
                <a:lnTo>
                  <a:pt x="915858" y="268870"/>
                </a:lnTo>
                <a:lnTo>
                  <a:pt x="926419" y="222175"/>
                </a:lnTo>
                <a:lnTo>
                  <a:pt x="946034" y="161171"/>
                </a:lnTo>
                <a:lnTo>
                  <a:pt x="955087" y="121255"/>
                </a:lnTo>
                <a:lnTo>
                  <a:pt x="955087" y="120502"/>
                </a:lnTo>
                <a:close/>
                <a:moveTo>
                  <a:pt x="970175" y="114477"/>
                </a:moveTo>
                <a:lnTo>
                  <a:pt x="967912" y="115231"/>
                </a:lnTo>
                <a:lnTo>
                  <a:pt x="967158" y="118243"/>
                </a:lnTo>
                <a:lnTo>
                  <a:pt x="963385" y="141590"/>
                </a:lnTo>
                <a:lnTo>
                  <a:pt x="966403" y="133306"/>
                </a:lnTo>
                <a:lnTo>
                  <a:pt x="970175" y="114477"/>
                </a:lnTo>
                <a:close/>
                <a:moveTo>
                  <a:pt x="181814" y="402927"/>
                </a:moveTo>
                <a:lnTo>
                  <a:pt x="176533" y="410458"/>
                </a:lnTo>
                <a:lnTo>
                  <a:pt x="140321" y="456399"/>
                </a:lnTo>
                <a:lnTo>
                  <a:pt x="111653" y="478993"/>
                </a:lnTo>
                <a:lnTo>
                  <a:pt x="105618" y="498575"/>
                </a:lnTo>
                <a:lnTo>
                  <a:pt x="61862" y="555813"/>
                </a:lnTo>
                <a:lnTo>
                  <a:pt x="5280" y="585938"/>
                </a:lnTo>
                <a:lnTo>
                  <a:pt x="0" y="591963"/>
                </a:lnTo>
                <a:lnTo>
                  <a:pt x="13579" y="589704"/>
                </a:lnTo>
                <a:lnTo>
                  <a:pt x="142584" y="563344"/>
                </a:lnTo>
                <a:lnTo>
                  <a:pt x="193884" y="552800"/>
                </a:lnTo>
                <a:lnTo>
                  <a:pt x="236886" y="540750"/>
                </a:lnTo>
                <a:lnTo>
                  <a:pt x="248956" y="538491"/>
                </a:lnTo>
                <a:lnTo>
                  <a:pt x="249711" y="539997"/>
                </a:lnTo>
                <a:lnTo>
                  <a:pt x="444349" y="503847"/>
                </a:lnTo>
                <a:lnTo>
                  <a:pt x="636725" y="454893"/>
                </a:lnTo>
                <a:lnTo>
                  <a:pt x="938490" y="369036"/>
                </a:lnTo>
                <a:lnTo>
                  <a:pt x="938490" y="369036"/>
                </a:lnTo>
                <a:lnTo>
                  <a:pt x="936227" y="365270"/>
                </a:lnTo>
                <a:lnTo>
                  <a:pt x="935472" y="363011"/>
                </a:lnTo>
                <a:lnTo>
                  <a:pt x="940753" y="368283"/>
                </a:lnTo>
                <a:lnTo>
                  <a:pt x="940753" y="368283"/>
                </a:lnTo>
                <a:lnTo>
                  <a:pt x="940753" y="368283"/>
                </a:lnTo>
                <a:lnTo>
                  <a:pt x="946789" y="366776"/>
                </a:lnTo>
                <a:lnTo>
                  <a:pt x="946034" y="366023"/>
                </a:lnTo>
                <a:lnTo>
                  <a:pt x="940753" y="340416"/>
                </a:lnTo>
                <a:lnTo>
                  <a:pt x="944525" y="341170"/>
                </a:lnTo>
                <a:lnTo>
                  <a:pt x="956596" y="363764"/>
                </a:lnTo>
                <a:lnTo>
                  <a:pt x="956596" y="363764"/>
                </a:lnTo>
                <a:lnTo>
                  <a:pt x="956596" y="363764"/>
                </a:lnTo>
                <a:lnTo>
                  <a:pt x="958859" y="363010"/>
                </a:lnTo>
                <a:lnTo>
                  <a:pt x="960368" y="362257"/>
                </a:lnTo>
                <a:lnTo>
                  <a:pt x="957350" y="356232"/>
                </a:lnTo>
                <a:lnTo>
                  <a:pt x="926419" y="308785"/>
                </a:lnTo>
                <a:lnTo>
                  <a:pt x="887944" y="315563"/>
                </a:lnTo>
                <a:lnTo>
                  <a:pt x="870593" y="329872"/>
                </a:lnTo>
                <a:lnTo>
                  <a:pt x="853995" y="314810"/>
                </a:lnTo>
                <a:lnTo>
                  <a:pt x="797414" y="295982"/>
                </a:lnTo>
                <a:lnTo>
                  <a:pt x="758185" y="294475"/>
                </a:lnTo>
                <a:lnTo>
                  <a:pt x="834381" y="287697"/>
                </a:lnTo>
                <a:lnTo>
                  <a:pt x="876628" y="316316"/>
                </a:lnTo>
                <a:lnTo>
                  <a:pt x="888699" y="297488"/>
                </a:lnTo>
                <a:lnTo>
                  <a:pt x="854750" y="254559"/>
                </a:lnTo>
                <a:lnTo>
                  <a:pt x="878891" y="256065"/>
                </a:lnTo>
                <a:lnTo>
                  <a:pt x="866066" y="221421"/>
                </a:lnTo>
                <a:lnTo>
                  <a:pt x="835890" y="222928"/>
                </a:lnTo>
                <a:lnTo>
                  <a:pt x="764220" y="164936"/>
                </a:lnTo>
                <a:lnTo>
                  <a:pt x="755167" y="164936"/>
                </a:lnTo>
                <a:lnTo>
                  <a:pt x="856259" y="214643"/>
                </a:lnTo>
                <a:lnTo>
                  <a:pt x="849469" y="179999"/>
                </a:lnTo>
                <a:lnTo>
                  <a:pt x="856259" y="168702"/>
                </a:lnTo>
                <a:lnTo>
                  <a:pt x="804959" y="149121"/>
                </a:lnTo>
                <a:lnTo>
                  <a:pt x="760449" y="146108"/>
                </a:lnTo>
                <a:lnTo>
                  <a:pt x="738570" y="126527"/>
                </a:lnTo>
                <a:lnTo>
                  <a:pt x="720465" y="137824"/>
                </a:lnTo>
                <a:lnTo>
                  <a:pt x="713675" y="85857"/>
                </a:lnTo>
                <a:lnTo>
                  <a:pt x="721219" y="87364"/>
                </a:lnTo>
                <a:lnTo>
                  <a:pt x="719710" y="45188"/>
                </a:lnTo>
                <a:lnTo>
                  <a:pt x="718201" y="43682"/>
                </a:lnTo>
                <a:lnTo>
                  <a:pt x="716692" y="44435"/>
                </a:lnTo>
                <a:lnTo>
                  <a:pt x="715184" y="43682"/>
                </a:lnTo>
                <a:lnTo>
                  <a:pt x="711411" y="40669"/>
                </a:lnTo>
                <a:lnTo>
                  <a:pt x="709148" y="38410"/>
                </a:lnTo>
                <a:lnTo>
                  <a:pt x="685007" y="27866"/>
                </a:lnTo>
                <a:lnTo>
                  <a:pt x="660111" y="9791"/>
                </a:lnTo>
                <a:lnTo>
                  <a:pt x="625408" y="753"/>
                </a:lnTo>
                <a:lnTo>
                  <a:pt x="623145" y="0"/>
                </a:lnTo>
                <a:lnTo>
                  <a:pt x="623145" y="753"/>
                </a:lnTo>
                <a:lnTo>
                  <a:pt x="618618" y="32385"/>
                </a:lnTo>
                <a:lnTo>
                  <a:pt x="548458" y="2260"/>
                </a:lnTo>
                <a:lnTo>
                  <a:pt x="549967" y="45941"/>
                </a:lnTo>
                <a:lnTo>
                  <a:pt x="511492" y="118995"/>
                </a:lnTo>
                <a:lnTo>
                  <a:pt x="488105" y="144602"/>
                </a:lnTo>
                <a:lnTo>
                  <a:pt x="473017" y="189037"/>
                </a:lnTo>
                <a:lnTo>
                  <a:pt x="426998" y="173221"/>
                </a:lnTo>
                <a:lnTo>
                  <a:pt x="404365" y="275647"/>
                </a:lnTo>
                <a:lnTo>
                  <a:pt x="386259" y="310291"/>
                </a:lnTo>
                <a:lnTo>
                  <a:pt x="383241" y="355479"/>
                </a:lnTo>
                <a:lnTo>
                  <a:pt x="369662" y="377320"/>
                </a:lnTo>
                <a:lnTo>
                  <a:pt x="319116" y="392382"/>
                </a:lnTo>
                <a:lnTo>
                  <a:pt x="277624" y="424767"/>
                </a:lnTo>
                <a:lnTo>
                  <a:pt x="258009" y="427780"/>
                </a:lnTo>
                <a:lnTo>
                  <a:pt x="239149" y="444349"/>
                </a:lnTo>
                <a:lnTo>
                  <a:pt x="191621" y="427027"/>
                </a:lnTo>
                <a:lnTo>
                  <a:pt x="183322" y="403679"/>
                </a:lnTo>
                <a:lnTo>
                  <a:pt x="181813" y="402926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3D87FEEF-7F81-787D-1805-AB9262B7BD4A}"/>
              </a:ext>
            </a:extLst>
          </p:cNvPr>
          <p:cNvSpPr/>
          <p:nvPr/>
        </p:nvSpPr>
        <p:spPr>
          <a:xfrm>
            <a:off x="6209485" y="1458688"/>
            <a:ext cx="646532" cy="719994"/>
          </a:xfrm>
          <a:custGeom>
            <a:avLst/>
            <a:gdLst>
              <a:gd name="csX0" fmla="*/ 646532 w 646532"/>
              <a:gd name="csY0" fmla="*/ 228199 h 719994"/>
              <a:gd name="csX1" fmla="*/ 627672 w 646532"/>
              <a:gd name="csY1" fmla="*/ 251546 h 719994"/>
              <a:gd name="csX2" fmla="*/ 616356 w 646532"/>
              <a:gd name="csY2" fmla="*/ 285437 h 719994"/>
              <a:gd name="csX3" fmla="*/ 621637 w 646532"/>
              <a:gd name="csY3" fmla="*/ 304265 h 719994"/>
              <a:gd name="csX4" fmla="*/ 646532 w 646532"/>
              <a:gd name="csY4" fmla="*/ 228199 h 719994"/>
              <a:gd name="csX5" fmla="*/ 213499 w 646532"/>
              <a:gd name="csY5" fmla="*/ 51213 h 719994"/>
              <a:gd name="csX6" fmla="*/ 224815 w 646532"/>
              <a:gd name="csY6" fmla="*/ 35397 h 719994"/>
              <a:gd name="csX7" fmla="*/ 216517 w 646532"/>
              <a:gd name="csY7" fmla="*/ 42929 h 719994"/>
              <a:gd name="csX8" fmla="*/ 213499 w 646532"/>
              <a:gd name="csY8" fmla="*/ 51213 h 719994"/>
              <a:gd name="csX9" fmla="*/ 230851 w 646532"/>
              <a:gd name="csY9" fmla="*/ 26360 h 719994"/>
              <a:gd name="csX10" fmla="*/ 227078 w 646532"/>
              <a:gd name="csY10" fmla="*/ 21841 h 719994"/>
              <a:gd name="csX11" fmla="*/ 218780 w 646532"/>
              <a:gd name="csY11" fmla="*/ 27113 h 719994"/>
              <a:gd name="csX12" fmla="*/ 230851 w 646532"/>
              <a:gd name="csY12" fmla="*/ 26359 h 719994"/>
              <a:gd name="csX13" fmla="*/ 66388 w 646532"/>
              <a:gd name="csY13" fmla="*/ 68535 h 719994"/>
              <a:gd name="csX14" fmla="*/ 49037 w 646532"/>
              <a:gd name="csY14" fmla="*/ 88117 h 719994"/>
              <a:gd name="csX15" fmla="*/ 57336 w 646532"/>
              <a:gd name="csY15" fmla="*/ 178492 h 719994"/>
              <a:gd name="csX16" fmla="*/ 9053 w 646532"/>
              <a:gd name="csY16" fmla="*/ 222174 h 719994"/>
              <a:gd name="csX17" fmla="*/ 0 w 646532"/>
              <a:gd name="csY17" fmla="*/ 264350 h 719994"/>
              <a:gd name="csX18" fmla="*/ 26405 w 646532"/>
              <a:gd name="csY18" fmla="*/ 288450 h 719994"/>
              <a:gd name="csX19" fmla="*/ 18860 w 646532"/>
              <a:gd name="csY19" fmla="*/ 392382 h 719994"/>
              <a:gd name="csX20" fmla="*/ 46774 w 646532"/>
              <a:gd name="csY20" fmla="*/ 413470 h 719994"/>
              <a:gd name="csX21" fmla="*/ 64880 w 646532"/>
              <a:gd name="csY21" fmla="*/ 414976 h 719994"/>
              <a:gd name="csX22" fmla="*/ 122215 w 646532"/>
              <a:gd name="csY22" fmla="*/ 449620 h 719994"/>
              <a:gd name="csX23" fmla="*/ 158427 w 646532"/>
              <a:gd name="csY23" fmla="*/ 487277 h 719994"/>
              <a:gd name="csX24" fmla="*/ 204446 w 646532"/>
              <a:gd name="csY24" fmla="*/ 510624 h 719994"/>
              <a:gd name="csX25" fmla="*/ 215008 w 646532"/>
              <a:gd name="csY25" fmla="*/ 568615 h 719994"/>
              <a:gd name="csX26" fmla="*/ 215008 w 646532"/>
              <a:gd name="csY26" fmla="*/ 572381 h 719994"/>
              <a:gd name="csX27" fmla="*/ 215008 w 646532"/>
              <a:gd name="csY27" fmla="*/ 572381 h 719994"/>
              <a:gd name="csX28" fmla="*/ 236886 w 646532"/>
              <a:gd name="csY28" fmla="*/ 598740 h 719994"/>
              <a:gd name="csX29" fmla="*/ 230851 w 646532"/>
              <a:gd name="csY29" fmla="*/ 619075 h 719994"/>
              <a:gd name="csX30" fmla="*/ 238395 w 646532"/>
              <a:gd name="csY30" fmla="*/ 663510 h 719994"/>
              <a:gd name="csX31" fmla="*/ 261027 w 646532"/>
              <a:gd name="csY31" fmla="*/ 694388 h 719994"/>
              <a:gd name="csX32" fmla="*/ 302520 w 646532"/>
              <a:gd name="csY32" fmla="*/ 716229 h 719994"/>
              <a:gd name="csX33" fmla="*/ 301765 w 646532"/>
              <a:gd name="csY33" fmla="*/ 719995 h 719994"/>
              <a:gd name="csX34" fmla="*/ 301765 w 646532"/>
              <a:gd name="csY34" fmla="*/ 719995 h 719994"/>
              <a:gd name="csX35" fmla="*/ 466227 w 646532"/>
              <a:gd name="csY35" fmla="*/ 701166 h 719994"/>
              <a:gd name="csX36" fmla="*/ 527335 w 646532"/>
              <a:gd name="csY36" fmla="*/ 693635 h 719994"/>
              <a:gd name="csX37" fmla="*/ 629181 w 646532"/>
              <a:gd name="csY37" fmla="*/ 679326 h 719994"/>
              <a:gd name="csX38" fmla="*/ 626163 w 646532"/>
              <a:gd name="csY38" fmla="*/ 668029 h 719994"/>
              <a:gd name="csX39" fmla="*/ 626163 w 646532"/>
              <a:gd name="csY39" fmla="*/ 632631 h 719994"/>
              <a:gd name="csX40" fmla="*/ 605794 w 646532"/>
              <a:gd name="csY40" fmla="*/ 594975 h 719994"/>
              <a:gd name="csX41" fmla="*/ 600513 w 646532"/>
              <a:gd name="csY41" fmla="*/ 547527 h 719994"/>
              <a:gd name="csX42" fmla="*/ 610320 w 646532"/>
              <a:gd name="csY42" fmla="*/ 494808 h 719994"/>
              <a:gd name="csX43" fmla="*/ 605039 w 646532"/>
              <a:gd name="csY43" fmla="*/ 454139 h 719994"/>
              <a:gd name="csX44" fmla="*/ 623145 w 646532"/>
              <a:gd name="csY44" fmla="*/ 403679 h 719994"/>
              <a:gd name="csX45" fmla="*/ 616356 w 646532"/>
              <a:gd name="csY45" fmla="*/ 395395 h 719994"/>
              <a:gd name="csX46" fmla="*/ 617865 w 646532"/>
              <a:gd name="csY46" fmla="*/ 348700 h 719994"/>
              <a:gd name="csX47" fmla="*/ 627672 w 646532"/>
              <a:gd name="csY47" fmla="*/ 313303 h 719994"/>
              <a:gd name="csX48" fmla="*/ 616356 w 646532"/>
              <a:gd name="csY48" fmla="*/ 301253 h 719994"/>
              <a:gd name="csX49" fmla="*/ 594478 w 646532"/>
              <a:gd name="csY49" fmla="*/ 308784 h 719994"/>
              <a:gd name="csX50" fmla="*/ 582407 w 646532"/>
              <a:gd name="csY50" fmla="*/ 340416 h 719994"/>
              <a:gd name="csX51" fmla="*/ 553739 w 646532"/>
              <a:gd name="csY51" fmla="*/ 356985 h 719994"/>
              <a:gd name="csX52" fmla="*/ 562792 w 646532"/>
              <a:gd name="csY52" fmla="*/ 317069 h 719994"/>
              <a:gd name="csX53" fmla="*/ 588442 w 646532"/>
              <a:gd name="csY53" fmla="*/ 283178 h 719994"/>
              <a:gd name="csX54" fmla="*/ 589951 w 646532"/>
              <a:gd name="csY54" fmla="*/ 268115 h 719994"/>
              <a:gd name="csX55" fmla="*/ 590706 w 646532"/>
              <a:gd name="csY55" fmla="*/ 267362 h 719994"/>
              <a:gd name="csX56" fmla="*/ 554494 w 646532"/>
              <a:gd name="csY56" fmla="*/ 231211 h 719994"/>
              <a:gd name="csX57" fmla="*/ 554494 w 646532"/>
              <a:gd name="csY57" fmla="*/ 179998 h 719994"/>
              <a:gd name="csX58" fmla="*/ 513755 w 646532"/>
              <a:gd name="csY58" fmla="*/ 146861 h 719994"/>
              <a:gd name="csX59" fmla="*/ 457929 w 646532"/>
              <a:gd name="csY59" fmla="*/ 143095 h 719994"/>
              <a:gd name="csX60" fmla="*/ 400594 w 646532"/>
              <a:gd name="csY60" fmla="*/ 128032 h 719994"/>
              <a:gd name="csX61" fmla="*/ 276870 w 646532"/>
              <a:gd name="csY61" fmla="*/ 90376 h 719994"/>
              <a:gd name="csX62" fmla="*/ 252729 w 646532"/>
              <a:gd name="csY62" fmla="*/ 76819 h 719994"/>
              <a:gd name="csX63" fmla="*/ 250465 w 646532"/>
              <a:gd name="csY63" fmla="*/ 79079 h 719994"/>
              <a:gd name="csX64" fmla="*/ 211990 w 646532"/>
              <a:gd name="csY64" fmla="*/ 73807 h 719994"/>
              <a:gd name="csX65" fmla="*/ 199165 w 646532"/>
              <a:gd name="csY65" fmla="*/ 81338 h 719994"/>
              <a:gd name="csX66" fmla="*/ 204446 w 646532"/>
              <a:gd name="csY66" fmla="*/ 26359 h 719994"/>
              <a:gd name="csX67" fmla="*/ 142584 w 646532"/>
              <a:gd name="csY67" fmla="*/ 57991 h 719994"/>
              <a:gd name="csX68" fmla="*/ 67143 w 646532"/>
              <a:gd name="csY68" fmla="*/ 70041 h 719994"/>
              <a:gd name="csX69" fmla="*/ 66388 w 646532"/>
              <a:gd name="csY69" fmla="*/ 68535 h 719994"/>
              <a:gd name="csX70" fmla="*/ 214253 w 646532"/>
              <a:gd name="csY70" fmla="*/ 28619 h 719994"/>
              <a:gd name="csX71" fmla="*/ 212745 w 646532"/>
              <a:gd name="csY71" fmla="*/ 23347 h 719994"/>
              <a:gd name="csX72" fmla="*/ 207464 w 646532"/>
              <a:gd name="csY72" fmla="*/ 25607 h 719994"/>
              <a:gd name="csX73" fmla="*/ 214253 w 646532"/>
              <a:gd name="csY73" fmla="*/ 28619 h 719994"/>
              <a:gd name="csX74" fmla="*/ 187095 w 646532"/>
              <a:gd name="csY74" fmla="*/ 23347 h 719994"/>
              <a:gd name="csX75" fmla="*/ 189358 w 646532"/>
              <a:gd name="csY75" fmla="*/ 18828 h 719994"/>
              <a:gd name="csX76" fmla="*/ 187849 w 646532"/>
              <a:gd name="csY76" fmla="*/ 17322 h 719994"/>
              <a:gd name="csX77" fmla="*/ 187095 w 646532"/>
              <a:gd name="csY77" fmla="*/ 23347 h 719994"/>
              <a:gd name="csX78" fmla="*/ 242167 w 646532"/>
              <a:gd name="csY78" fmla="*/ 10544 h 719994"/>
              <a:gd name="csX79" fmla="*/ 239904 w 646532"/>
              <a:gd name="csY79" fmla="*/ 0 h 719994"/>
              <a:gd name="csX80" fmla="*/ 237640 w 646532"/>
              <a:gd name="csY80" fmla="*/ 12803 h 719994"/>
              <a:gd name="csX81" fmla="*/ 242167 w 646532"/>
              <a:gd name="csY81" fmla="*/ 10544 h 7199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</a:cxnLst>
            <a:rect l="l" t="t" r="r" b="b"/>
            <a:pathLst>
              <a:path w="646532" h="719994">
                <a:moveTo>
                  <a:pt x="646532" y="228199"/>
                </a:moveTo>
                <a:lnTo>
                  <a:pt x="627672" y="251546"/>
                </a:lnTo>
                <a:lnTo>
                  <a:pt x="616356" y="285437"/>
                </a:lnTo>
                <a:lnTo>
                  <a:pt x="621637" y="304265"/>
                </a:lnTo>
                <a:lnTo>
                  <a:pt x="646532" y="228199"/>
                </a:lnTo>
                <a:close/>
                <a:moveTo>
                  <a:pt x="213499" y="51213"/>
                </a:moveTo>
                <a:lnTo>
                  <a:pt x="224815" y="35397"/>
                </a:lnTo>
                <a:lnTo>
                  <a:pt x="216517" y="42929"/>
                </a:lnTo>
                <a:lnTo>
                  <a:pt x="213499" y="51213"/>
                </a:lnTo>
                <a:close/>
                <a:moveTo>
                  <a:pt x="230851" y="26360"/>
                </a:moveTo>
                <a:lnTo>
                  <a:pt x="227078" y="21841"/>
                </a:lnTo>
                <a:lnTo>
                  <a:pt x="218780" y="27113"/>
                </a:lnTo>
                <a:lnTo>
                  <a:pt x="230851" y="26359"/>
                </a:lnTo>
                <a:close/>
                <a:moveTo>
                  <a:pt x="66388" y="68535"/>
                </a:moveTo>
                <a:lnTo>
                  <a:pt x="49037" y="88117"/>
                </a:lnTo>
                <a:lnTo>
                  <a:pt x="57336" y="178492"/>
                </a:lnTo>
                <a:lnTo>
                  <a:pt x="9053" y="222174"/>
                </a:lnTo>
                <a:lnTo>
                  <a:pt x="0" y="264350"/>
                </a:lnTo>
                <a:lnTo>
                  <a:pt x="26405" y="288450"/>
                </a:lnTo>
                <a:lnTo>
                  <a:pt x="18860" y="392382"/>
                </a:lnTo>
                <a:lnTo>
                  <a:pt x="46774" y="413470"/>
                </a:lnTo>
                <a:lnTo>
                  <a:pt x="64880" y="414976"/>
                </a:lnTo>
                <a:lnTo>
                  <a:pt x="122215" y="449620"/>
                </a:lnTo>
                <a:lnTo>
                  <a:pt x="158427" y="487277"/>
                </a:lnTo>
                <a:lnTo>
                  <a:pt x="204446" y="510624"/>
                </a:lnTo>
                <a:lnTo>
                  <a:pt x="215008" y="568615"/>
                </a:lnTo>
                <a:lnTo>
                  <a:pt x="215008" y="572381"/>
                </a:lnTo>
                <a:lnTo>
                  <a:pt x="215008" y="572381"/>
                </a:lnTo>
                <a:lnTo>
                  <a:pt x="236886" y="598740"/>
                </a:lnTo>
                <a:lnTo>
                  <a:pt x="230851" y="619075"/>
                </a:lnTo>
                <a:lnTo>
                  <a:pt x="238395" y="663510"/>
                </a:lnTo>
                <a:lnTo>
                  <a:pt x="261027" y="694388"/>
                </a:lnTo>
                <a:lnTo>
                  <a:pt x="302520" y="716229"/>
                </a:lnTo>
                <a:lnTo>
                  <a:pt x="301765" y="719995"/>
                </a:lnTo>
                <a:lnTo>
                  <a:pt x="301765" y="719995"/>
                </a:lnTo>
                <a:lnTo>
                  <a:pt x="466227" y="701166"/>
                </a:lnTo>
                <a:lnTo>
                  <a:pt x="527335" y="693635"/>
                </a:lnTo>
                <a:lnTo>
                  <a:pt x="629181" y="679326"/>
                </a:lnTo>
                <a:lnTo>
                  <a:pt x="626163" y="668029"/>
                </a:lnTo>
                <a:lnTo>
                  <a:pt x="626163" y="632631"/>
                </a:lnTo>
                <a:lnTo>
                  <a:pt x="605794" y="594975"/>
                </a:lnTo>
                <a:lnTo>
                  <a:pt x="600513" y="547527"/>
                </a:lnTo>
                <a:lnTo>
                  <a:pt x="610320" y="494808"/>
                </a:lnTo>
                <a:lnTo>
                  <a:pt x="605039" y="454139"/>
                </a:lnTo>
                <a:lnTo>
                  <a:pt x="623145" y="403679"/>
                </a:lnTo>
                <a:lnTo>
                  <a:pt x="616356" y="395395"/>
                </a:lnTo>
                <a:lnTo>
                  <a:pt x="617865" y="348700"/>
                </a:lnTo>
                <a:lnTo>
                  <a:pt x="627672" y="313303"/>
                </a:lnTo>
                <a:lnTo>
                  <a:pt x="616356" y="301253"/>
                </a:lnTo>
                <a:lnTo>
                  <a:pt x="594478" y="308784"/>
                </a:lnTo>
                <a:lnTo>
                  <a:pt x="582407" y="340416"/>
                </a:lnTo>
                <a:lnTo>
                  <a:pt x="553739" y="356985"/>
                </a:lnTo>
                <a:lnTo>
                  <a:pt x="562792" y="317069"/>
                </a:lnTo>
                <a:lnTo>
                  <a:pt x="588442" y="283178"/>
                </a:lnTo>
                <a:lnTo>
                  <a:pt x="589951" y="268115"/>
                </a:lnTo>
                <a:lnTo>
                  <a:pt x="590706" y="267362"/>
                </a:lnTo>
                <a:lnTo>
                  <a:pt x="554494" y="231211"/>
                </a:lnTo>
                <a:lnTo>
                  <a:pt x="554494" y="179998"/>
                </a:lnTo>
                <a:lnTo>
                  <a:pt x="513755" y="146861"/>
                </a:lnTo>
                <a:lnTo>
                  <a:pt x="457929" y="143095"/>
                </a:lnTo>
                <a:lnTo>
                  <a:pt x="400594" y="128032"/>
                </a:lnTo>
                <a:lnTo>
                  <a:pt x="276870" y="90376"/>
                </a:lnTo>
                <a:lnTo>
                  <a:pt x="252729" y="76819"/>
                </a:lnTo>
                <a:lnTo>
                  <a:pt x="250465" y="79079"/>
                </a:lnTo>
                <a:lnTo>
                  <a:pt x="211990" y="73807"/>
                </a:lnTo>
                <a:lnTo>
                  <a:pt x="199165" y="81338"/>
                </a:lnTo>
                <a:lnTo>
                  <a:pt x="204446" y="26359"/>
                </a:lnTo>
                <a:lnTo>
                  <a:pt x="142584" y="57991"/>
                </a:lnTo>
                <a:lnTo>
                  <a:pt x="67143" y="70041"/>
                </a:lnTo>
                <a:lnTo>
                  <a:pt x="66388" y="68535"/>
                </a:lnTo>
                <a:close/>
                <a:moveTo>
                  <a:pt x="214253" y="28619"/>
                </a:moveTo>
                <a:lnTo>
                  <a:pt x="212745" y="23347"/>
                </a:lnTo>
                <a:lnTo>
                  <a:pt x="207464" y="25607"/>
                </a:lnTo>
                <a:lnTo>
                  <a:pt x="214253" y="28619"/>
                </a:lnTo>
                <a:close/>
                <a:moveTo>
                  <a:pt x="187095" y="23347"/>
                </a:moveTo>
                <a:lnTo>
                  <a:pt x="189358" y="18828"/>
                </a:lnTo>
                <a:lnTo>
                  <a:pt x="187849" y="17322"/>
                </a:lnTo>
                <a:lnTo>
                  <a:pt x="187095" y="23347"/>
                </a:lnTo>
                <a:close/>
                <a:moveTo>
                  <a:pt x="242167" y="10544"/>
                </a:moveTo>
                <a:lnTo>
                  <a:pt x="239904" y="0"/>
                </a:lnTo>
                <a:lnTo>
                  <a:pt x="237640" y="12803"/>
                </a:lnTo>
                <a:lnTo>
                  <a:pt x="242167" y="10544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8" name="Freeform 47">
            <a:extLst>
              <a:ext uri="{FF2B5EF4-FFF2-40B4-BE49-F238E27FC236}">
                <a16:creationId xmlns:a16="http://schemas.microsoft.com/office/drawing/2014/main" id="{7C8F3066-1263-35B3-EB53-FE15DB02ACF7}"/>
              </a:ext>
            </a:extLst>
          </p:cNvPr>
          <p:cNvSpPr/>
          <p:nvPr/>
        </p:nvSpPr>
        <p:spPr>
          <a:xfrm>
            <a:off x="7562902" y="2260021"/>
            <a:ext cx="544686" cy="562590"/>
          </a:xfrm>
          <a:custGeom>
            <a:avLst/>
            <a:gdLst>
              <a:gd name="csX0" fmla="*/ 310819 w 544686"/>
              <a:gd name="csY0" fmla="*/ 116736 h 562590"/>
              <a:gd name="csX1" fmla="*/ 203692 w 544686"/>
              <a:gd name="csY1" fmla="*/ 143095 h 562590"/>
              <a:gd name="csX2" fmla="*/ 170498 w 544686"/>
              <a:gd name="csY2" fmla="*/ 0 h 562590"/>
              <a:gd name="csX3" fmla="*/ 170498 w 544686"/>
              <a:gd name="csY3" fmla="*/ 0 h 562590"/>
              <a:gd name="csX4" fmla="*/ 168989 w 544686"/>
              <a:gd name="csY4" fmla="*/ 753 h 562590"/>
              <a:gd name="csX5" fmla="*/ 165217 w 544686"/>
              <a:gd name="csY5" fmla="*/ 165689 h 562590"/>
              <a:gd name="csX6" fmla="*/ 141075 w 544686"/>
              <a:gd name="csY6" fmla="*/ 201840 h 562590"/>
              <a:gd name="csX7" fmla="*/ 113162 w 544686"/>
              <a:gd name="csY7" fmla="*/ 222928 h 562590"/>
              <a:gd name="csX8" fmla="*/ 107881 w 544686"/>
              <a:gd name="csY8" fmla="*/ 216902 h 562590"/>
              <a:gd name="csX9" fmla="*/ 76950 w 544686"/>
              <a:gd name="csY9" fmla="*/ 259078 h 562590"/>
              <a:gd name="csX10" fmla="*/ 79214 w 544686"/>
              <a:gd name="csY10" fmla="*/ 292216 h 562590"/>
              <a:gd name="csX11" fmla="*/ 60353 w 544686"/>
              <a:gd name="csY11" fmla="*/ 295228 h 562590"/>
              <a:gd name="csX12" fmla="*/ 34703 w 544686"/>
              <a:gd name="csY12" fmla="*/ 334391 h 562590"/>
              <a:gd name="csX13" fmla="*/ 43756 w 544686"/>
              <a:gd name="csY13" fmla="*/ 359998 h 562590"/>
              <a:gd name="csX14" fmla="*/ 32440 w 544686"/>
              <a:gd name="csY14" fmla="*/ 384851 h 562590"/>
              <a:gd name="csX15" fmla="*/ 0 w 544686"/>
              <a:gd name="csY15" fmla="*/ 400667 h 562590"/>
              <a:gd name="csX16" fmla="*/ 0 w 544686"/>
              <a:gd name="csY16" fmla="*/ 400667 h 562590"/>
              <a:gd name="csX17" fmla="*/ 0 w 544686"/>
              <a:gd name="csY17" fmla="*/ 402173 h 562590"/>
              <a:gd name="csX18" fmla="*/ 15088 w 544686"/>
              <a:gd name="csY18" fmla="*/ 454892 h 562590"/>
              <a:gd name="csX19" fmla="*/ 58090 w 544686"/>
              <a:gd name="csY19" fmla="*/ 506858 h 562590"/>
              <a:gd name="csX20" fmla="*/ 82231 w 544686"/>
              <a:gd name="csY20" fmla="*/ 520415 h 562590"/>
              <a:gd name="csX21" fmla="*/ 101091 w 544686"/>
              <a:gd name="csY21" fmla="*/ 520415 h 562590"/>
              <a:gd name="csX22" fmla="*/ 103355 w 544686"/>
              <a:gd name="csY22" fmla="*/ 521168 h 562590"/>
              <a:gd name="csX23" fmla="*/ 104864 w 544686"/>
              <a:gd name="csY23" fmla="*/ 521922 h 562590"/>
              <a:gd name="csX24" fmla="*/ 113162 w 544686"/>
              <a:gd name="csY24" fmla="*/ 545269 h 562590"/>
              <a:gd name="csX25" fmla="*/ 160690 w 544686"/>
              <a:gd name="csY25" fmla="*/ 562591 h 562590"/>
              <a:gd name="csX26" fmla="*/ 179551 w 544686"/>
              <a:gd name="csY26" fmla="*/ 546022 h 562590"/>
              <a:gd name="csX27" fmla="*/ 199165 w 544686"/>
              <a:gd name="csY27" fmla="*/ 543009 h 562590"/>
              <a:gd name="csX28" fmla="*/ 240658 w 544686"/>
              <a:gd name="csY28" fmla="*/ 510625 h 562590"/>
              <a:gd name="csX29" fmla="*/ 291204 w 544686"/>
              <a:gd name="csY29" fmla="*/ 495562 h 562590"/>
              <a:gd name="csX30" fmla="*/ 304783 w 544686"/>
              <a:gd name="csY30" fmla="*/ 473721 h 562590"/>
              <a:gd name="csX31" fmla="*/ 307801 w 544686"/>
              <a:gd name="csY31" fmla="*/ 428533 h 562590"/>
              <a:gd name="csX32" fmla="*/ 325907 w 544686"/>
              <a:gd name="csY32" fmla="*/ 393889 h 562590"/>
              <a:gd name="csX33" fmla="*/ 348539 w 544686"/>
              <a:gd name="csY33" fmla="*/ 291463 h 562590"/>
              <a:gd name="csX34" fmla="*/ 394558 w 544686"/>
              <a:gd name="csY34" fmla="*/ 307279 h 562590"/>
              <a:gd name="csX35" fmla="*/ 409647 w 544686"/>
              <a:gd name="csY35" fmla="*/ 262844 h 562590"/>
              <a:gd name="csX36" fmla="*/ 433033 w 544686"/>
              <a:gd name="csY36" fmla="*/ 237238 h 562590"/>
              <a:gd name="csX37" fmla="*/ 471509 w 544686"/>
              <a:gd name="csY37" fmla="*/ 164184 h 562590"/>
              <a:gd name="csX38" fmla="*/ 470000 w 544686"/>
              <a:gd name="csY38" fmla="*/ 120502 h 562590"/>
              <a:gd name="csX39" fmla="*/ 540160 w 544686"/>
              <a:gd name="csY39" fmla="*/ 150627 h 562590"/>
              <a:gd name="csX40" fmla="*/ 544687 w 544686"/>
              <a:gd name="csY40" fmla="*/ 118996 h 562590"/>
              <a:gd name="csX41" fmla="*/ 544687 w 544686"/>
              <a:gd name="csY41" fmla="*/ 118242 h 562590"/>
              <a:gd name="csX42" fmla="*/ 544687 w 544686"/>
              <a:gd name="csY42" fmla="*/ 118242 h 562590"/>
              <a:gd name="csX43" fmla="*/ 522809 w 544686"/>
              <a:gd name="csY43" fmla="*/ 80586 h 562590"/>
              <a:gd name="csX44" fmla="*/ 477544 w 544686"/>
              <a:gd name="csY44" fmla="*/ 75314 h 562590"/>
              <a:gd name="csX45" fmla="*/ 451139 w 544686"/>
              <a:gd name="csY45" fmla="*/ 95649 h 562590"/>
              <a:gd name="csX46" fmla="*/ 451139 w 544686"/>
              <a:gd name="csY46" fmla="*/ 110711 h 562590"/>
              <a:gd name="csX47" fmla="*/ 428507 w 544686"/>
              <a:gd name="csY47" fmla="*/ 115983 h 562590"/>
              <a:gd name="csX48" fmla="*/ 395313 w 544686"/>
              <a:gd name="csY48" fmla="*/ 139330 h 562590"/>
              <a:gd name="csX49" fmla="*/ 377961 w 544686"/>
              <a:gd name="csY49" fmla="*/ 143096 h 562590"/>
              <a:gd name="csX50" fmla="*/ 343258 w 544686"/>
              <a:gd name="csY50" fmla="*/ 192050 h 562590"/>
              <a:gd name="csX51" fmla="*/ 325907 w 544686"/>
              <a:gd name="csY51" fmla="*/ 112971 h 562590"/>
              <a:gd name="csX52" fmla="*/ 310819 w 544686"/>
              <a:gd name="csY52" fmla="*/ 116736 h 5625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</a:cxnLst>
            <a:rect l="l" t="t" r="r" b="b"/>
            <a:pathLst>
              <a:path w="544686" h="562590">
                <a:moveTo>
                  <a:pt x="310819" y="116736"/>
                </a:moveTo>
                <a:lnTo>
                  <a:pt x="203692" y="143095"/>
                </a:lnTo>
                <a:lnTo>
                  <a:pt x="170498" y="0"/>
                </a:lnTo>
                <a:lnTo>
                  <a:pt x="170498" y="0"/>
                </a:lnTo>
                <a:lnTo>
                  <a:pt x="168989" y="753"/>
                </a:lnTo>
                <a:lnTo>
                  <a:pt x="165217" y="165689"/>
                </a:lnTo>
                <a:lnTo>
                  <a:pt x="141075" y="201840"/>
                </a:lnTo>
                <a:lnTo>
                  <a:pt x="113162" y="222928"/>
                </a:lnTo>
                <a:lnTo>
                  <a:pt x="107881" y="216902"/>
                </a:lnTo>
                <a:lnTo>
                  <a:pt x="76950" y="259078"/>
                </a:lnTo>
                <a:lnTo>
                  <a:pt x="79214" y="292216"/>
                </a:lnTo>
                <a:lnTo>
                  <a:pt x="60353" y="295228"/>
                </a:lnTo>
                <a:lnTo>
                  <a:pt x="34703" y="334391"/>
                </a:lnTo>
                <a:lnTo>
                  <a:pt x="43756" y="359998"/>
                </a:lnTo>
                <a:lnTo>
                  <a:pt x="32440" y="384851"/>
                </a:lnTo>
                <a:lnTo>
                  <a:pt x="0" y="400667"/>
                </a:lnTo>
                <a:lnTo>
                  <a:pt x="0" y="400667"/>
                </a:lnTo>
                <a:lnTo>
                  <a:pt x="0" y="402173"/>
                </a:lnTo>
                <a:lnTo>
                  <a:pt x="15088" y="454892"/>
                </a:lnTo>
                <a:lnTo>
                  <a:pt x="58090" y="506858"/>
                </a:lnTo>
                <a:lnTo>
                  <a:pt x="82231" y="520415"/>
                </a:lnTo>
                <a:lnTo>
                  <a:pt x="101091" y="520415"/>
                </a:lnTo>
                <a:lnTo>
                  <a:pt x="103355" y="521168"/>
                </a:lnTo>
                <a:lnTo>
                  <a:pt x="104864" y="521922"/>
                </a:lnTo>
                <a:lnTo>
                  <a:pt x="113162" y="545269"/>
                </a:lnTo>
                <a:lnTo>
                  <a:pt x="160690" y="562591"/>
                </a:lnTo>
                <a:lnTo>
                  <a:pt x="179551" y="546022"/>
                </a:lnTo>
                <a:lnTo>
                  <a:pt x="199165" y="543009"/>
                </a:lnTo>
                <a:lnTo>
                  <a:pt x="240658" y="510625"/>
                </a:lnTo>
                <a:lnTo>
                  <a:pt x="291204" y="495562"/>
                </a:lnTo>
                <a:lnTo>
                  <a:pt x="304783" y="473721"/>
                </a:lnTo>
                <a:lnTo>
                  <a:pt x="307801" y="428533"/>
                </a:lnTo>
                <a:lnTo>
                  <a:pt x="325907" y="393889"/>
                </a:lnTo>
                <a:lnTo>
                  <a:pt x="348539" y="291463"/>
                </a:lnTo>
                <a:lnTo>
                  <a:pt x="394558" y="307279"/>
                </a:lnTo>
                <a:lnTo>
                  <a:pt x="409647" y="262844"/>
                </a:lnTo>
                <a:lnTo>
                  <a:pt x="433033" y="237238"/>
                </a:lnTo>
                <a:lnTo>
                  <a:pt x="471509" y="164184"/>
                </a:lnTo>
                <a:lnTo>
                  <a:pt x="470000" y="120502"/>
                </a:lnTo>
                <a:lnTo>
                  <a:pt x="540160" y="150627"/>
                </a:lnTo>
                <a:lnTo>
                  <a:pt x="544687" y="118996"/>
                </a:lnTo>
                <a:lnTo>
                  <a:pt x="544687" y="118242"/>
                </a:lnTo>
                <a:lnTo>
                  <a:pt x="544687" y="118242"/>
                </a:lnTo>
                <a:lnTo>
                  <a:pt x="522809" y="80586"/>
                </a:lnTo>
                <a:lnTo>
                  <a:pt x="477544" y="75314"/>
                </a:lnTo>
                <a:lnTo>
                  <a:pt x="451139" y="95649"/>
                </a:lnTo>
                <a:lnTo>
                  <a:pt x="451139" y="110711"/>
                </a:lnTo>
                <a:lnTo>
                  <a:pt x="428507" y="115983"/>
                </a:lnTo>
                <a:lnTo>
                  <a:pt x="395313" y="139330"/>
                </a:lnTo>
                <a:lnTo>
                  <a:pt x="377961" y="143096"/>
                </a:lnTo>
                <a:lnTo>
                  <a:pt x="343258" y="192050"/>
                </a:lnTo>
                <a:lnTo>
                  <a:pt x="325907" y="112971"/>
                </a:lnTo>
                <a:lnTo>
                  <a:pt x="310819" y="116736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6D52A179-7631-67FB-73E5-113F57F03CD9}"/>
              </a:ext>
            </a:extLst>
          </p:cNvPr>
          <p:cNvSpPr/>
          <p:nvPr/>
        </p:nvSpPr>
        <p:spPr>
          <a:xfrm>
            <a:off x="8317316" y="2226883"/>
            <a:ext cx="141829" cy="215395"/>
          </a:xfrm>
          <a:custGeom>
            <a:avLst/>
            <a:gdLst>
              <a:gd name="csX0" fmla="*/ 0 w 141829"/>
              <a:gd name="csY0" fmla="*/ 25606 h 215395"/>
              <a:gd name="csX1" fmla="*/ 3018 w 141829"/>
              <a:gd name="csY1" fmla="*/ 36903 h 215395"/>
              <a:gd name="csX2" fmla="*/ 65634 w 141829"/>
              <a:gd name="csY2" fmla="*/ 215396 h 215395"/>
              <a:gd name="csX3" fmla="*/ 137304 w 141829"/>
              <a:gd name="csY3" fmla="*/ 194308 h 215395"/>
              <a:gd name="csX4" fmla="*/ 136549 w 141829"/>
              <a:gd name="csY4" fmla="*/ 192802 h 215395"/>
              <a:gd name="csX5" fmla="*/ 138058 w 141829"/>
              <a:gd name="csY5" fmla="*/ 192802 h 215395"/>
              <a:gd name="csX6" fmla="*/ 140321 w 141829"/>
              <a:gd name="csY6" fmla="*/ 193555 h 215395"/>
              <a:gd name="csX7" fmla="*/ 140321 w 141829"/>
              <a:gd name="csY7" fmla="*/ 193555 h 215395"/>
              <a:gd name="csX8" fmla="*/ 141830 w 141829"/>
              <a:gd name="csY8" fmla="*/ 192802 h 215395"/>
              <a:gd name="csX9" fmla="*/ 140321 w 141829"/>
              <a:gd name="csY9" fmla="*/ 189789 h 215395"/>
              <a:gd name="csX10" fmla="*/ 122215 w 141829"/>
              <a:gd name="csY10" fmla="*/ 141589 h 215395"/>
              <a:gd name="csX11" fmla="*/ 33949 w 141829"/>
              <a:gd name="csY11" fmla="*/ 57991 h 215395"/>
              <a:gd name="csX12" fmla="*/ 37721 w 141829"/>
              <a:gd name="csY12" fmla="*/ 0 h 215395"/>
              <a:gd name="csX13" fmla="*/ 37721 w 141829"/>
              <a:gd name="csY13" fmla="*/ 0 h 215395"/>
              <a:gd name="csX14" fmla="*/ 19615 w 141829"/>
              <a:gd name="csY14" fmla="*/ 0 h 215395"/>
              <a:gd name="csX15" fmla="*/ 6035 w 141829"/>
              <a:gd name="csY15" fmla="*/ 10544 h 215395"/>
              <a:gd name="csX16" fmla="*/ 0 w 141829"/>
              <a:gd name="csY16" fmla="*/ 25606 h 215395"/>
              <a:gd name="csX17" fmla="*/ 0 w 141829"/>
              <a:gd name="csY17" fmla="*/ 25606 h 2153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141829" h="215395">
                <a:moveTo>
                  <a:pt x="0" y="25606"/>
                </a:moveTo>
                <a:lnTo>
                  <a:pt x="3018" y="36903"/>
                </a:lnTo>
                <a:lnTo>
                  <a:pt x="65634" y="215396"/>
                </a:lnTo>
                <a:lnTo>
                  <a:pt x="137304" y="194308"/>
                </a:lnTo>
                <a:lnTo>
                  <a:pt x="136549" y="192802"/>
                </a:lnTo>
                <a:lnTo>
                  <a:pt x="138058" y="192802"/>
                </a:lnTo>
                <a:lnTo>
                  <a:pt x="140321" y="193555"/>
                </a:lnTo>
                <a:lnTo>
                  <a:pt x="140321" y="193555"/>
                </a:lnTo>
                <a:lnTo>
                  <a:pt x="141830" y="192802"/>
                </a:lnTo>
                <a:lnTo>
                  <a:pt x="140321" y="189789"/>
                </a:lnTo>
                <a:lnTo>
                  <a:pt x="122215" y="141589"/>
                </a:lnTo>
                <a:lnTo>
                  <a:pt x="33949" y="57991"/>
                </a:lnTo>
                <a:lnTo>
                  <a:pt x="37721" y="0"/>
                </a:lnTo>
                <a:lnTo>
                  <a:pt x="37721" y="0"/>
                </a:lnTo>
                <a:lnTo>
                  <a:pt x="19615" y="0"/>
                </a:lnTo>
                <a:lnTo>
                  <a:pt x="6035" y="10544"/>
                </a:lnTo>
                <a:lnTo>
                  <a:pt x="0" y="25606"/>
                </a:lnTo>
                <a:lnTo>
                  <a:pt x="0" y="25606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C63A7520-21A8-278C-AAB3-73B87C13A998}"/>
              </a:ext>
            </a:extLst>
          </p:cNvPr>
          <p:cNvSpPr/>
          <p:nvPr/>
        </p:nvSpPr>
        <p:spPr>
          <a:xfrm>
            <a:off x="8195855" y="2412154"/>
            <a:ext cx="26404" cy="24100"/>
          </a:xfrm>
          <a:custGeom>
            <a:avLst/>
            <a:gdLst>
              <a:gd name="csX0" fmla="*/ 0 w 26404"/>
              <a:gd name="csY0" fmla="*/ 6778 h 24100"/>
              <a:gd name="csX1" fmla="*/ 3772 w 26404"/>
              <a:gd name="csY1" fmla="*/ 9791 h 24100"/>
              <a:gd name="csX2" fmla="*/ 5281 w 26404"/>
              <a:gd name="csY2" fmla="*/ 10544 h 24100"/>
              <a:gd name="csX3" fmla="*/ 6790 w 26404"/>
              <a:gd name="csY3" fmla="*/ 9791 h 24100"/>
              <a:gd name="csX4" fmla="*/ 8298 w 26404"/>
              <a:gd name="csY4" fmla="*/ 10544 h 24100"/>
              <a:gd name="csX5" fmla="*/ 13579 w 26404"/>
              <a:gd name="csY5" fmla="*/ 13556 h 24100"/>
              <a:gd name="csX6" fmla="*/ 15088 w 26404"/>
              <a:gd name="csY6" fmla="*/ 15816 h 24100"/>
              <a:gd name="csX7" fmla="*/ 15088 w 26404"/>
              <a:gd name="csY7" fmla="*/ 21088 h 24100"/>
              <a:gd name="csX8" fmla="*/ 16597 w 26404"/>
              <a:gd name="csY8" fmla="*/ 24100 h 24100"/>
              <a:gd name="csX9" fmla="*/ 26405 w 26404"/>
              <a:gd name="csY9" fmla="*/ 6025 h 24100"/>
              <a:gd name="csX10" fmla="*/ 15843 w 26404"/>
              <a:gd name="csY10" fmla="*/ 0 h 24100"/>
              <a:gd name="csX11" fmla="*/ 3018 w 26404"/>
              <a:gd name="csY11" fmla="*/ 753 h 24100"/>
              <a:gd name="csX12" fmla="*/ 0 w 26404"/>
              <a:gd name="csY12" fmla="*/ 6779 h 241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6404" h="24100">
                <a:moveTo>
                  <a:pt x="0" y="6778"/>
                </a:moveTo>
                <a:lnTo>
                  <a:pt x="3772" y="9791"/>
                </a:lnTo>
                <a:lnTo>
                  <a:pt x="5281" y="10544"/>
                </a:lnTo>
                <a:lnTo>
                  <a:pt x="6790" y="9791"/>
                </a:lnTo>
                <a:lnTo>
                  <a:pt x="8298" y="10544"/>
                </a:lnTo>
                <a:lnTo>
                  <a:pt x="13579" y="13556"/>
                </a:lnTo>
                <a:lnTo>
                  <a:pt x="15088" y="15816"/>
                </a:lnTo>
                <a:lnTo>
                  <a:pt x="15088" y="21088"/>
                </a:lnTo>
                <a:lnTo>
                  <a:pt x="16597" y="24100"/>
                </a:lnTo>
                <a:lnTo>
                  <a:pt x="26405" y="6025"/>
                </a:lnTo>
                <a:lnTo>
                  <a:pt x="15843" y="0"/>
                </a:lnTo>
                <a:lnTo>
                  <a:pt x="3018" y="753"/>
                </a:lnTo>
                <a:lnTo>
                  <a:pt x="0" y="6779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4769C91E-08DD-D19E-C925-CC7574FB57EF}"/>
              </a:ext>
            </a:extLst>
          </p:cNvPr>
          <p:cNvSpPr/>
          <p:nvPr/>
        </p:nvSpPr>
        <p:spPr>
          <a:xfrm>
            <a:off x="7888809" y="2252489"/>
            <a:ext cx="571845" cy="274893"/>
          </a:xfrm>
          <a:custGeom>
            <a:avLst/>
            <a:gdLst>
              <a:gd name="csX0" fmla="*/ 566565 w 571845"/>
              <a:gd name="csY0" fmla="*/ 237237 h 274893"/>
              <a:gd name="csX1" fmla="*/ 571845 w 571845"/>
              <a:gd name="csY1" fmla="*/ 196568 h 274893"/>
              <a:gd name="csX2" fmla="*/ 567319 w 571845"/>
              <a:gd name="csY2" fmla="*/ 226693 h 274893"/>
              <a:gd name="csX3" fmla="*/ 564301 w 571845"/>
              <a:gd name="csY3" fmla="*/ 239497 h 274893"/>
              <a:gd name="csX4" fmla="*/ 563547 w 571845"/>
              <a:gd name="csY4" fmla="*/ 241003 h 274893"/>
              <a:gd name="csX5" fmla="*/ 565810 w 571845"/>
              <a:gd name="csY5" fmla="*/ 240249 h 274893"/>
              <a:gd name="csX6" fmla="*/ 566565 w 571845"/>
              <a:gd name="csY6" fmla="*/ 237237 h 274893"/>
              <a:gd name="csX7" fmla="*/ 570337 w 571845"/>
              <a:gd name="csY7" fmla="*/ 167196 h 274893"/>
              <a:gd name="csX8" fmla="*/ 568828 w 571845"/>
              <a:gd name="csY8" fmla="*/ 167949 h 274893"/>
              <a:gd name="csX9" fmla="*/ 570337 w 571845"/>
              <a:gd name="csY9" fmla="*/ 172468 h 274893"/>
              <a:gd name="csX10" fmla="*/ 570337 w 571845"/>
              <a:gd name="csY10" fmla="*/ 181506 h 274893"/>
              <a:gd name="csX11" fmla="*/ 570337 w 571845"/>
              <a:gd name="csY11" fmla="*/ 167196 h 274893"/>
              <a:gd name="csX12" fmla="*/ 570337 w 571845"/>
              <a:gd name="csY12" fmla="*/ 167196 h 274893"/>
              <a:gd name="csX13" fmla="*/ 0 w 571845"/>
              <a:gd name="csY13" fmla="*/ 120502 h 274893"/>
              <a:gd name="csX14" fmla="*/ 17352 w 571845"/>
              <a:gd name="csY14" fmla="*/ 199580 h 274893"/>
              <a:gd name="csX15" fmla="*/ 52055 w 571845"/>
              <a:gd name="csY15" fmla="*/ 150627 h 274893"/>
              <a:gd name="csX16" fmla="*/ 69406 w 571845"/>
              <a:gd name="csY16" fmla="*/ 146861 h 274893"/>
              <a:gd name="csX17" fmla="*/ 102601 w 571845"/>
              <a:gd name="csY17" fmla="*/ 123514 h 274893"/>
              <a:gd name="csX18" fmla="*/ 125233 w 571845"/>
              <a:gd name="csY18" fmla="*/ 118242 h 274893"/>
              <a:gd name="csX19" fmla="*/ 125233 w 571845"/>
              <a:gd name="csY19" fmla="*/ 103180 h 274893"/>
              <a:gd name="csX20" fmla="*/ 151637 w 571845"/>
              <a:gd name="csY20" fmla="*/ 82845 h 274893"/>
              <a:gd name="csX21" fmla="*/ 196902 w 571845"/>
              <a:gd name="csY21" fmla="*/ 88117 h 274893"/>
              <a:gd name="csX22" fmla="*/ 218780 w 571845"/>
              <a:gd name="csY22" fmla="*/ 125774 h 274893"/>
              <a:gd name="csX23" fmla="*/ 218780 w 571845"/>
              <a:gd name="csY23" fmla="*/ 125774 h 274893"/>
              <a:gd name="csX24" fmla="*/ 221043 w 571845"/>
              <a:gd name="csY24" fmla="*/ 126527 h 274893"/>
              <a:gd name="csX25" fmla="*/ 255746 w 571845"/>
              <a:gd name="csY25" fmla="*/ 135564 h 274893"/>
              <a:gd name="csX26" fmla="*/ 280642 w 571845"/>
              <a:gd name="csY26" fmla="*/ 153640 h 274893"/>
              <a:gd name="csX27" fmla="*/ 304783 w 571845"/>
              <a:gd name="csY27" fmla="*/ 164183 h 274893"/>
              <a:gd name="csX28" fmla="*/ 307046 w 571845"/>
              <a:gd name="csY28" fmla="*/ 166443 h 274893"/>
              <a:gd name="csX29" fmla="*/ 310064 w 571845"/>
              <a:gd name="csY29" fmla="*/ 160418 h 274893"/>
              <a:gd name="csX30" fmla="*/ 322889 w 571845"/>
              <a:gd name="csY30" fmla="*/ 159664 h 274893"/>
              <a:gd name="csX31" fmla="*/ 333451 w 571845"/>
              <a:gd name="csY31" fmla="*/ 165690 h 274893"/>
              <a:gd name="csX32" fmla="*/ 323643 w 571845"/>
              <a:gd name="csY32" fmla="*/ 183765 h 274893"/>
              <a:gd name="csX33" fmla="*/ 323643 w 571845"/>
              <a:gd name="csY33" fmla="*/ 184518 h 274893"/>
              <a:gd name="csX34" fmla="*/ 309310 w 571845"/>
              <a:gd name="csY34" fmla="*/ 228200 h 274893"/>
              <a:gd name="csX35" fmla="*/ 356084 w 571845"/>
              <a:gd name="csY35" fmla="*/ 258325 h 274893"/>
              <a:gd name="csX36" fmla="*/ 402857 w 571845"/>
              <a:gd name="csY36" fmla="*/ 260585 h 274893"/>
              <a:gd name="csX37" fmla="*/ 433788 w 571845"/>
              <a:gd name="csY37" fmla="*/ 274894 h 274893"/>
              <a:gd name="csX38" fmla="*/ 420963 w 571845"/>
              <a:gd name="csY38" fmla="*/ 238744 h 274893"/>
              <a:gd name="csX39" fmla="*/ 380979 w 571845"/>
              <a:gd name="csY39" fmla="*/ 225187 h 274893"/>
              <a:gd name="csX40" fmla="*/ 371171 w 571845"/>
              <a:gd name="csY40" fmla="*/ 194309 h 274893"/>
              <a:gd name="csX41" fmla="*/ 396067 w 571845"/>
              <a:gd name="csY41" fmla="*/ 227447 h 274893"/>
              <a:gd name="csX42" fmla="*/ 416436 w 571845"/>
              <a:gd name="csY42" fmla="*/ 230459 h 274893"/>
              <a:gd name="csX43" fmla="*/ 398330 w 571845"/>
              <a:gd name="csY43" fmla="*/ 212384 h 274893"/>
              <a:gd name="csX44" fmla="*/ 383997 w 571845"/>
              <a:gd name="csY44" fmla="*/ 158912 h 274893"/>
              <a:gd name="csX45" fmla="*/ 387768 w 571845"/>
              <a:gd name="csY45" fmla="*/ 128033 h 274893"/>
              <a:gd name="csX46" fmla="*/ 371926 w 571845"/>
              <a:gd name="csY46" fmla="*/ 94142 h 274893"/>
              <a:gd name="csX47" fmla="*/ 388523 w 571845"/>
              <a:gd name="csY47" fmla="*/ 80586 h 274893"/>
              <a:gd name="csX48" fmla="*/ 400594 w 571845"/>
              <a:gd name="csY48" fmla="*/ 36904 h 274893"/>
              <a:gd name="csX49" fmla="*/ 396067 w 571845"/>
              <a:gd name="csY49" fmla="*/ 101673 h 274893"/>
              <a:gd name="csX50" fmla="*/ 408892 w 571845"/>
              <a:gd name="csY50" fmla="*/ 123514 h 274893"/>
              <a:gd name="csX51" fmla="*/ 420963 w 571845"/>
              <a:gd name="csY51" fmla="*/ 97908 h 274893"/>
              <a:gd name="csX52" fmla="*/ 427752 w 571845"/>
              <a:gd name="csY52" fmla="*/ 140083 h 274893"/>
              <a:gd name="csX53" fmla="*/ 414928 w 571845"/>
              <a:gd name="csY53" fmla="*/ 170962 h 274893"/>
              <a:gd name="csX54" fmla="*/ 451894 w 571845"/>
              <a:gd name="csY54" fmla="*/ 184518 h 274893"/>
              <a:gd name="csX55" fmla="*/ 420208 w 571845"/>
              <a:gd name="csY55" fmla="*/ 195062 h 274893"/>
              <a:gd name="csX56" fmla="*/ 436806 w 571845"/>
              <a:gd name="csY56" fmla="*/ 225940 h 274893"/>
              <a:gd name="csX57" fmla="*/ 463964 w 571845"/>
              <a:gd name="csY57" fmla="*/ 234978 h 274893"/>
              <a:gd name="csX58" fmla="*/ 479052 w 571845"/>
              <a:gd name="csY58" fmla="*/ 208618 h 274893"/>
              <a:gd name="csX59" fmla="*/ 477544 w 571845"/>
              <a:gd name="csY59" fmla="*/ 245522 h 274893"/>
              <a:gd name="csX60" fmla="*/ 503194 w 571845"/>
              <a:gd name="csY60" fmla="*/ 244768 h 274893"/>
              <a:gd name="csX61" fmla="*/ 519791 w 571845"/>
              <a:gd name="csY61" fmla="*/ 263597 h 274893"/>
              <a:gd name="csX62" fmla="*/ 520546 w 571845"/>
              <a:gd name="csY62" fmla="*/ 263597 h 274893"/>
              <a:gd name="csX63" fmla="*/ 525826 w 571845"/>
              <a:gd name="csY63" fmla="*/ 256819 h 274893"/>
              <a:gd name="csX64" fmla="*/ 540915 w 571845"/>
              <a:gd name="csY64" fmla="*/ 250040 h 274893"/>
              <a:gd name="csX65" fmla="*/ 550722 w 571845"/>
              <a:gd name="csY65" fmla="*/ 246275 h 274893"/>
              <a:gd name="csX66" fmla="*/ 549968 w 571845"/>
              <a:gd name="csY66" fmla="*/ 244768 h 274893"/>
              <a:gd name="csX67" fmla="*/ 569582 w 571845"/>
              <a:gd name="csY67" fmla="*/ 186777 h 274893"/>
              <a:gd name="csX68" fmla="*/ 569582 w 571845"/>
              <a:gd name="csY68" fmla="*/ 184518 h 274893"/>
              <a:gd name="csX69" fmla="*/ 565810 w 571845"/>
              <a:gd name="csY69" fmla="*/ 169455 h 274893"/>
              <a:gd name="csX70" fmla="*/ 565810 w 571845"/>
              <a:gd name="csY70" fmla="*/ 168702 h 274893"/>
              <a:gd name="csX71" fmla="*/ 494141 w 571845"/>
              <a:gd name="csY71" fmla="*/ 189789 h 274893"/>
              <a:gd name="csX72" fmla="*/ 431525 w 571845"/>
              <a:gd name="csY72" fmla="*/ 11297 h 274893"/>
              <a:gd name="csX73" fmla="*/ 428507 w 571845"/>
              <a:gd name="csY73" fmla="*/ 0 h 274893"/>
              <a:gd name="csX74" fmla="*/ 415682 w 571845"/>
              <a:gd name="csY74" fmla="*/ 3766 h 274893"/>
              <a:gd name="csX75" fmla="*/ 362119 w 571845"/>
              <a:gd name="csY75" fmla="*/ 20335 h 274893"/>
              <a:gd name="csX76" fmla="*/ 67143 w 571845"/>
              <a:gd name="csY76" fmla="*/ 102426 h 274893"/>
              <a:gd name="csX77" fmla="*/ 13579 w 571845"/>
              <a:gd name="csY77" fmla="*/ 116736 h 274893"/>
              <a:gd name="csX78" fmla="*/ 0 w 571845"/>
              <a:gd name="csY78" fmla="*/ 120501 h 2748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</a:cxnLst>
            <a:rect l="l" t="t" r="r" b="b"/>
            <a:pathLst>
              <a:path w="571845" h="274893">
                <a:moveTo>
                  <a:pt x="566565" y="237237"/>
                </a:moveTo>
                <a:lnTo>
                  <a:pt x="571845" y="196568"/>
                </a:lnTo>
                <a:lnTo>
                  <a:pt x="567319" y="226693"/>
                </a:lnTo>
                <a:lnTo>
                  <a:pt x="564301" y="239497"/>
                </a:lnTo>
                <a:lnTo>
                  <a:pt x="563547" y="241003"/>
                </a:lnTo>
                <a:lnTo>
                  <a:pt x="565810" y="240249"/>
                </a:lnTo>
                <a:lnTo>
                  <a:pt x="566565" y="237237"/>
                </a:lnTo>
                <a:close/>
                <a:moveTo>
                  <a:pt x="570337" y="167196"/>
                </a:moveTo>
                <a:lnTo>
                  <a:pt x="568828" y="167949"/>
                </a:lnTo>
                <a:lnTo>
                  <a:pt x="570337" y="172468"/>
                </a:lnTo>
                <a:lnTo>
                  <a:pt x="570337" y="181506"/>
                </a:lnTo>
                <a:lnTo>
                  <a:pt x="570337" y="167196"/>
                </a:lnTo>
                <a:lnTo>
                  <a:pt x="570337" y="167196"/>
                </a:lnTo>
                <a:close/>
                <a:moveTo>
                  <a:pt x="0" y="120502"/>
                </a:moveTo>
                <a:lnTo>
                  <a:pt x="17352" y="199580"/>
                </a:lnTo>
                <a:lnTo>
                  <a:pt x="52055" y="150627"/>
                </a:lnTo>
                <a:lnTo>
                  <a:pt x="69406" y="146861"/>
                </a:lnTo>
                <a:lnTo>
                  <a:pt x="102601" y="123514"/>
                </a:lnTo>
                <a:lnTo>
                  <a:pt x="125233" y="118242"/>
                </a:lnTo>
                <a:lnTo>
                  <a:pt x="125233" y="103180"/>
                </a:lnTo>
                <a:lnTo>
                  <a:pt x="151637" y="82845"/>
                </a:lnTo>
                <a:lnTo>
                  <a:pt x="196902" y="88117"/>
                </a:lnTo>
                <a:lnTo>
                  <a:pt x="218780" y="125774"/>
                </a:lnTo>
                <a:lnTo>
                  <a:pt x="218780" y="125774"/>
                </a:lnTo>
                <a:lnTo>
                  <a:pt x="221043" y="126527"/>
                </a:lnTo>
                <a:lnTo>
                  <a:pt x="255746" y="135564"/>
                </a:lnTo>
                <a:lnTo>
                  <a:pt x="280642" y="153640"/>
                </a:lnTo>
                <a:lnTo>
                  <a:pt x="304783" y="164183"/>
                </a:lnTo>
                <a:lnTo>
                  <a:pt x="307046" y="166443"/>
                </a:lnTo>
                <a:lnTo>
                  <a:pt x="310064" y="160418"/>
                </a:lnTo>
                <a:lnTo>
                  <a:pt x="322889" y="159664"/>
                </a:lnTo>
                <a:lnTo>
                  <a:pt x="333451" y="165690"/>
                </a:lnTo>
                <a:lnTo>
                  <a:pt x="323643" y="183765"/>
                </a:lnTo>
                <a:lnTo>
                  <a:pt x="323643" y="184518"/>
                </a:lnTo>
                <a:lnTo>
                  <a:pt x="309310" y="228200"/>
                </a:lnTo>
                <a:lnTo>
                  <a:pt x="356084" y="258325"/>
                </a:lnTo>
                <a:lnTo>
                  <a:pt x="402857" y="260585"/>
                </a:lnTo>
                <a:lnTo>
                  <a:pt x="433788" y="274894"/>
                </a:lnTo>
                <a:lnTo>
                  <a:pt x="420963" y="238744"/>
                </a:lnTo>
                <a:lnTo>
                  <a:pt x="380979" y="225187"/>
                </a:lnTo>
                <a:lnTo>
                  <a:pt x="371171" y="194309"/>
                </a:lnTo>
                <a:lnTo>
                  <a:pt x="396067" y="227447"/>
                </a:lnTo>
                <a:lnTo>
                  <a:pt x="416436" y="230459"/>
                </a:lnTo>
                <a:lnTo>
                  <a:pt x="398330" y="212384"/>
                </a:lnTo>
                <a:lnTo>
                  <a:pt x="383997" y="158912"/>
                </a:lnTo>
                <a:lnTo>
                  <a:pt x="387768" y="128033"/>
                </a:lnTo>
                <a:lnTo>
                  <a:pt x="371926" y="94142"/>
                </a:lnTo>
                <a:lnTo>
                  <a:pt x="388523" y="80586"/>
                </a:lnTo>
                <a:lnTo>
                  <a:pt x="400594" y="36904"/>
                </a:lnTo>
                <a:lnTo>
                  <a:pt x="396067" y="101673"/>
                </a:lnTo>
                <a:lnTo>
                  <a:pt x="408892" y="123514"/>
                </a:lnTo>
                <a:lnTo>
                  <a:pt x="420963" y="97908"/>
                </a:lnTo>
                <a:lnTo>
                  <a:pt x="427752" y="140083"/>
                </a:lnTo>
                <a:lnTo>
                  <a:pt x="414928" y="170962"/>
                </a:lnTo>
                <a:lnTo>
                  <a:pt x="451894" y="184518"/>
                </a:lnTo>
                <a:lnTo>
                  <a:pt x="420208" y="195062"/>
                </a:lnTo>
                <a:lnTo>
                  <a:pt x="436806" y="225940"/>
                </a:lnTo>
                <a:lnTo>
                  <a:pt x="463964" y="234978"/>
                </a:lnTo>
                <a:lnTo>
                  <a:pt x="479052" y="208618"/>
                </a:lnTo>
                <a:lnTo>
                  <a:pt x="477544" y="245522"/>
                </a:lnTo>
                <a:lnTo>
                  <a:pt x="503194" y="244768"/>
                </a:lnTo>
                <a:lnTo>
                  <a:pt x="519791" y="263597"/>
                </a:lnTo>
                <a:lnTo>
                  <a:pt x="520546" y="263597"/>
                </a:lnTo>
                <a:lnTo>
                  <a:pt x="525826" y="256819"/>
                </a:lnTo>
                <a:lnTo>
                  <a:pt x="540915" y="250040"/>
                </a:lnTo>
                <a:lnTo>
                  <a:pt x="550722" y="246275"/>
                </a:lnTo>
                <a:lnTo>
                  <a:pt x="549968" y="244768"/>
                </a:lnTo>
                <a:lnTo>
                  <a:pt x="569582" y="186777"/>
                </a:lnTo>
                <a:lnTo>
                  <a:pt x="569582" y="184518"/>
                </a:lnTo>
                <a:lnTo>
                  <a:pt x="565810" y="169455"/>
                </a:lnTo>
                <a:lnTo>
                  <a:pt x="565810" y="168702"/>
                </a:lnTo>
                <a:lnTo>
                  <a:pt x="494141" y="189789"/>
                </a:lnTo>
                <a:lnTo>
                  <a:pt x="431525" y="11297"/>
                </a:lnTo>
                <a:lnTo>
                  <a:pt x="428507" y="0"/>
                </a:lnTo>
                <a:lnTo>
                  <a:pt x="415682" y="3766"/>
                </a:lnTo>
                <a:lnTo>
                  <a:pt x="362119" y="20335"/>
                </a:lnTo>
                <a:lnTo>
                  <a:pt x="67143" y="102426"/>
                </a:lnTo>
                <a:lnTo>
                  <a:pt x="13579" y="116736"/>
                </a:lnTo>
                <a:lnTo>
                  <a:pt x="0" y="120501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CABFDE2C-2450-82D8-CAEA-78CE26FA6CA0}"/>
              </a:ext>
            </a:extLst>
          </p:cNvPr>
          <p:cNvSpPr/>
          <p:nvPr/>
        </p:nvSpPr>
        <p:spPr>
          <a:xfrm>
            <a:off x="8335422" y="1964040"/>
            <a:ext cx="170497" cy="378825"/>
          </a:xfrm>
          <a:custGeom>
            <a:avLst/>
            <a:gdLst>
              <a:gd name="csX0" fmla="*/ 160690 w 170497"/>
              <a:gd name="csY0" fmla="*/ 285437 h 378825"/>
              <a:gd name="csX1" fmla="*/ 156918 w 170497"/>
              <a:gd name="csY1" fmla="*/ 276400 h 378825"/>
              <a:gd name="csX2" fmla="*/ 156918 w 170497"/>
              <a:gd name="csY2" fmla="*/ 285437 h 378825"/>
              <a:gd name="csX3" fmla="*/ 160690 w 170497"/>
              <a:gd name="csY3" fmla="*/ 285437 h 378825"/>
              <a:gd name="csX4" fmla="*/ 168234 w 170497"/>
              <a:gd name="csY4" fmla="*/ 257571 h 378825"/>
              <a:gd name="csX5" fmla="*/ 170498 w 170497"/>
              <a:gd name="csY5" fmla="*/ 234977 h 378825"/>
              <a:gd name="csX6" fmla="*/ 165971 w 170497"/>
              <a:gd name="csY6" fmla="*/ 254559 h 378825"/>
              <a:gd name="csX7" fmla="*/ 168234 w 170497"/>
              <a:gd name="csY7" fmla="*/ 257571 h 378825"/>
              <a:gd name="csX8" fmla="*/ 137304 w 170497"/>
              <a:gd name="csY8" fmla="*/ 26360 h 378825"/>
              <a:gd name="csX9" fmla="*/ 58090 w 170497"/>
              <a:gd name="csY9" fmla="*/ 6778 h 378825"/>
              <a:gd name="csX10" fmla="*/ 44511 w 170497"/>
              <a:gd name="csY10" fmla="*/ 3013 h 378825"/>
              <a:gd name="csX11" fmla="*/ 31685 w 170497"/>
              <a:gd name="csY11" fmla="*/ 0 h 378825"/>
              <a:gd name="csX12" fmla="*/ 31685 w 170497"/>
              <a:gd name="csY12" fmla="*/ 0 h 378825"/>
              <a:gd name="csX13" fmla="*/ 0 w 170497"/>
              <a:gd name="csY13" fmla="*/ 70041 h 378825"/>
              <a:gd name="csX14" fmla="*/ 13579 w 170497"/>
              <a:gd name="csY14" fmla="*/ 86610 h 378825"/>
              <a:gd name="csX15" fmla="*/ 12825 w 170497"/>
              <a:gd name="csY15" fmla="*/ 137070 h 378825"/>
              <a:gd name="csX16" fmla="*/ 27159 w 170497"/>
              <a:gd name="csY16" fmla="*/ 139330 h 378825"/>
              <a:gd name="csX17" fmla="*/ 56581 w 170497"/>
              <a:gd name="csY17" fmla="*/ 216149 h 378825"/>
              <a:gd name="csX18" fmla="*/ 55072 w 170497"/>
              <a:gd name="csY18" fmla="*/ 218408 h 378825"/>
              <a:gd name="csX19" fmla="*/ 18106 w 170497"/>
              <a:gd name="csY19" fmla="*/ 272634 h 378825"/>
              <a:gd name="csX20" fmla="*/ 21878 w 170497"/>
              <a:gd name="csY20" fmla="*/ 314056 h 378825"/>
              <a:gd name="csX21" fmla="*/ 110899 w 170497"/>
              <a:gd name="csY21" fmla="*/ 344182 h 378825"/>
              <a:gd name="csX22" fmla="*/ 111653 w 170497"/>
              <a:gd name="csY22" fmla="*/ 378826 h 378825"/>
              <a:gd name="csX23" fmla="*/ 132023 w 170497"/>
              <a:gd name="csY23" fmla="*/ 350207 h 378825"/>
              <a:gd name="csX24" fmla="*/ 135040 w 170497"/>
              <a:gd name="csY24" fmla="*/ 308784 h 378825"/>
              <a:gd name="csX25" fmla="*/ 156164 w 170497"/>
              <a:gd name="csY25" fmla="*/ 294475 h 378825"/>
              <a:gd name="csX26" fmla="*/ 147865 w 170497"/>
              <a:gd name="csY26" fmla="*/ 263596 h 378825"/>
              <a:gd name="csX27" fmla="*/ 163708 w 170497"/>
              <a:gd name="csY27" fmla="*/ 226693 h 378825"/>
              <a:gd name="csX28" fmla="*/ 163708 w 170497"/>
              <a:gd name="csY28" fmla="*/ 146108 h 378825"/>
              <a:gd name="csX29" fmla="*/ 158427 w 170497"/>
              <a:gd name="csY29" fmla="*/ 119748 h 378825"/>
              <a:gd name="csX30" fmla="*/ 122970 w 170497"/>
              <a:gd name="csY30" fmla="*/ 120501 h 378825"/>
              <a:gd name="csX31" fmla="*/ 132023 w 170497"/>
              <a:gd name="csY31" fmla="*/ 84351 h 378825"/>
              <a:gd name="csX32" fmla="*/ 137304 w 170497"/>
              <a:gd name="csY32" fmla="*/ 26360 h 378825"/>
              <a:gd name="csX33" fmla="*/ 137304 w 170497"/>
              <a:gd name="csY33" fmla="*/ 26360 h 3788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170497" h="378825">
                <a:moveTo>
                  <a:pt x="160690" y="285437"/>
                </a:moveTo>
                <a:lnTo>
                  <a:pt x="156918" y="276400"/>
                </a:lnTo>
                <a:lnTo>
                  <a:pt x="156918" y="285437"/>
                </a:lnTo>
                <a:lnTo>
                  <a:pt x="160690" y="285437"/>
                </a:lnTo>
                <a:close/>
                <a:moveTo>
                  <a:pt x="168234" y="257571"/>
                </a:moveTo>
                <a:lnTo>
                  <a:pt x="170498" y="234977"/>
                </a:lnTo>
                <a:lnTo>
                  <a:pt x="165971" y="254559"/>
                </a:lnTo>
                <a:lnTo>
                  <a:pt x="168234" y="257571"/>
                </a:lnTo>
                <a:close/>
                <a:moveTo>
                  <a:pt x="137304" y="26360"/>
                </a:moveTo>
                <a:lnTo>
                  <a:pt x="58090" y="6778"/>
                </a:lnTo>
                <a:lnTo>
                  <a:pt x="44511" y="3013"/>
                </a:lnTo>
                <a:lnTo>
                  <a:pt x="31685" y="0"/>
                </a:lnTo>
                <a:lnTo>
                  <a:pt x="31685" y="0"/>
                </a:lnTo>
                <a:lnTo>
                  <a:pt x="0" y="70041"/>
                </a:lnTo>
                <a:lnTo>
                  <a:pt x="13579" y="86610"/>
                </a:lnTo>
                <a:lnTo>
                  <a:pt x="12825" y="137070"/>
                </a:lnTo>
                <a:lnTo>
                  <a:pt x="27159" y="139330"/>
                </a:lnTo>
                <a:lnTo>
                  <a:pt x="56581" y="216149"/>
                </a:lnTo>
                <a:lnTo>
                  <a:pt x="55072" y="218408"/>
                </a:lnTo>
                <a:lnTo>
                  <a:pt x="18106" y="272634"/>
                </a:lnTo>
                <a:lnTo>
                  <a:pt x="21878" y="314056"/>
                </a:lnTo>
                <a:lnTo>
                  <a:pt x="110899" y="344182"/>
                </a:lnTo>
                <a:lnTo>
                  <a:pt x="111653" y="378826"/>
                </a:lnTo>
                <a:lnTo>
                  <a:pt x="132023" y="350207"/>
                </a:lnTo>
                <a:lnTo>
                  <a:pt x="135040" y="308784"/>
                </a:lnTo>
                <a:lnTo>
                  <a:pt x="156164" y="294475"/>
                </a:lnTo>
                <a:lnTo>
                  <a:pt x="147865" y="263596"/>
                </a:lnTo>
                <a:lnTo>
                  <a:pt x="163708" y="226693"/>
                </a:lnTo>
                <a:lnTo>
                  <a:pt x="163708" y="146108"/>
                </a:lnTo>
                <a:lnTo>
                  <a:pt x="158427" y="119748"/>
                </a:lnTo>
                <a:lnTo>
                  <a:pt x="122970" y="120501"/>
                </a:lnTo>
                <a:lnTo>
                  <a:pt x="132023" y="84351"/>
                </a:lnTo>
                <a:lnTo>
                  <a:pt x="137304" y="26360"/>
                </a:lnTo>
                <a:lnTo>
                  <a:pt x="137304" y="26360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54CDB22B-A03B-E411-295E-6A7A9E81E386}"/>
              </a:ext>
            </a:extLst>
          </p:cNvPr>
          <p:cNvSpPr/>
          <p:nvPr/>
        </p:nvSpPr>
        <p:spPr>
          <a:xfrm>
            <a:off x="7760559" y="1360781"/>
            <a:ext cx="933964" cy="710956"/>
          </a:xfrm>
          <a:custGeom>
            <a:avLst/>
            <a:gdLst>
              <a:gd name="csX0" fmla="*/ 709903 w 933964"/>
              <a:gd name="csY0" fmla="*/ 690622 h 710956"/>
              <a:gd name="csX1" fmla="*/ 698587 w 933964"/>
              <a:gd name="csY1" fmla="*/ 706438 h 710956"/>
              <a:gd name="csX2" fmla="*/ 695569 w 933964"/>
              <a:gd name="csY2" fmla="*/ 710957 h 710956"/>
              <a:gd name="csX3" fmla="*/ 709903 w 933964"/>
              <a:gd name="csY3" fmla="*/ 690622 h 710956"/>
              <a:gd name="csX4" fmla="*/ 814012 w 933964"/>
              <a:gd name="csY4" fmla="*/ 653719 h 710956"/>
              <a:gd name="csX5" fmla="*/ 851733 w 933964"/>
              <a:gd name="csY5" fmla="*/ 620581 h 710956"/>
              <a:gd name="csX6" fmla="*/ 851733 w 933964"/>
              <a:gd name="csY6" fmla="*/ 619075 h 710956"/>
              <a:gd name="csX7" fmla="*/ 814012 w 933964"/>
              <a:gd name="csY7" fmla="*/ 653719 h 710956"/>
              <a:gd name="csX8" fmla="*/ 715184 w 933964"/>
              <a:gd name="csY8" fmla="*/ 677066 h 710956"/>
              <a:gd name="csX9" fmla="*/ 715184 w 933964"/>
              <a:gd name="csY9" fmla="*/ 651459 h 710956"/>
              <a:gd name="csX10" fmla="*/ 712921 w 933964"/>
              <a:gd name="csY10" fmla="*/ 665016 h 710956"/>
              <a:gd name="csX11" fmla="*/ 715184 w 933964"/>
              <a:gd name="csY11" fmla="*/ 677066 h 710956"/>
              <a:gd name="csX12" fmla="*/ 890208 w 933964"/>
              <a:gd name="csY12" fmla="*/ 556565 h 710956"/>
              <a:gd name="csX13" fmla="*/ 881155 w 933964"/>
              <a:gd name="csY13" fmla="*/ 554305 h 710956"/>
              <a:gd name="csX14" fmla="*/ 879646 w 933964"/>
              <a:gd name="csY14" fmla="*/ 561083 h 710956"/>
              <a:gd name="csX15" fmla="*/ 890208 w 933964"/>
              <a:gd name="csY15" fmla="*/ 556565 h 710956"/>
              <a:gd name="csX16" fmla="*/ 910577 w 933964"/>
              <a:gd name="csY16" fmla="*/ 543008 h 710956"/>
              <a:gd name="csX17" fmla="*/ 909822 w 933964"/>
              <a:gd name="csY17" fmla="*/ 550540 h 710956"/>
              <a:gd name="csX18" fmla="*/ 911331 w 933964"/>
              <a:gd name="csY18" fmla="*/ 546021 h 710956"/>
              <a:gd name="csX19" fmla="*/ 910577 w 933964"/>
              <a:gd name="csY19" fmla="*/ 543008 h 710956"/>
              <a:gd name="csX20" fmla="*/ 889454 w 933964"/>
              <a:gd name="csY20" fmla="*/ 543762 h 710956"/>
              <a:gd name="csX21" fmla="*/ 838908 w 933964"/>
              <a:gd name="csY21" fmla="*/ 590456 h 710956"/>
              <a:gd name="csX22" fmla="*/ 761203 w 933964"/>
              <a:gd name="csY22" fmla="*/ 623594 h 710956"/>
              <a:gd name="csX23" fmla="*/ 740834 w 933964"/>
              <a:gd name="csY23" fmla="*/ 640916 h 710956"/>
              <a:gd name="csX24" fmla="*/ 739325 w 933964"/>
              <a:gd name="csY24" fmla="*/ 657485 h 710956"/>
              <a:gd name="csX25" fmla="*/ 718202 w 933964"/>
              <a:gd name="csY25" fmla="*/ 674807 h 710956"/>
              <a:gd name="csX26" fmla="*/ 721219 w 933964"/>
              <a:gd name="csY26" fmla="*/ 697401 h 710956"/>
              <a:gd name="csX27" fmla="*/ 753659 w 933964"/>
              <a:gd name="csY27" fmla="*/ 684597 h 710956"/>
              <a:gd name="csX28" fmla="*/ 801187 w 933964"/>
              <a:gd name="csY28" fmla="*/ 646188 h 710956"/>
              <a:gd name="csX29" fmla="*/ 853996 w 933964"/>
              <a:gd name="csY29" fmla="*/ 618322 h 710956"/>
              <a:gd name="csX30" fmla="*/ 933964 w 933964"/>
              <a:gd name="csY30" fmla="*/ 543009 h 710956"/>
              <a:gd name="csX31" fmla="*/ 877383 w 933964"/>
              <a:gd name="csY31" fmla="*/ 585937 h 710956"/>
              <a:gd name="csX32" fmla="*/ 859277 w 933964"/>
              <a:gd name="csY32" fmla="*/ 593468 h 710956"/>
              <a:gd name="csX33" fmla="*/ 889454 w 933964"/>
              <a:gd name="csY33" fmla="*/ 543762 h 710956"/>
              <a:gd name="csX34" fmla="*/ 912841 w 933964"/>
              <a:gd name="csY34" fmla="*/ 512130 h 710956"/>
              <a:gd name="csX35" fmla="*/ 915858 w 933964"/>
              <a:gd name="csY35" fmla="*/ 507611 h 710956"/>
              <a:gd name="csX36" fmla="*/ 906805 w 933964"/>
              <a:gd name="csY36" fmla="*/ 518155 h 710956"/>
              <a:gd name="csX37" fmla="*/ 912841 w 933964"/>
              <a:gd name="csY37" fmla="*/ 512130 h 710956"/>
              <a:gd name="csX38" fmla="*/ 64880 w 933964"/>
              <a:gd name="csY38" fmla="*/ 484264 h 710956"/>
              <a:gd name="csX39" fmla="*/ 52809 w 933964"/>
              <a:gd name="csY39" fmla="*/ 482758 h 710956"/>
              <a:gd name="csX40" fmla="*/ 61862 w 933964"/>
              <a:gd name="csY40" fmla="*/ 494808 h 710956"/>
              <a:gd name="csX41" fmla="*/ 64880 w 933964"/>
              <a:gd name="csY41" fmla="*/ 484264 h 710956"/>
              <a:gd name="csX42" fmla="*/ 315345 w 933964"/>
              <a:gd name="csY42" fmla="*/ 253806 h 710956"/>
              <a:gd name="csX43" fmla="*/ 316854 w 933964"/>
              <a:gd name="csY43" fmla="*/ 245521 h 710956"/>
              <a:gd name="csX44" fmla="*/ 310819 w 933964"/>
              <a:gd name="csY44" fmla="*/ 253053 h 710956"/>
              <a:gd name="csX45" fmla="*/ 315345 w 933964"/>
              <a:gd name="csY45" fmla="*/ 253806 h 710956"/>
              <a:gd name="csX46" fmla="*/ 319117 w 933964"/>
              <a:gd name="csY46" fmla="*/ 199580 h 710956"/>
              <a:gd name="csX47" fmla="*/ 316100 w 933964"/>
              <a:gd name="csY47" fmla="*/ 201086 h 710956"/>
              <a:gd name="csX48" fmla="*/ 312327 w 933964"/>
              <a:gd name="csY48" fmla="*/ 209371 h 710956"/>
              <a:gd name="csX49" fmla="*/ 319117 w 933964"/>
              <a:gd name="csY49" fmla="*/ 199580 h 710956"/>
              <a:gd name="csX50" fmla="*/ 0 w 933964"/>
              <a:gd name="csY50" fmla="*/ 627359 h 710956"/>
              <a:gd name="csX51" fmla="*/ 5281 w 933964"/>
              <a:gd name="csY51" fmla="*/ 649953 h 710956"/>
              <a:gd name="csX52" fmla="*/ 45265 w 933964"/>
              <a:gd name="csY52" fmla="*/ 659744 h 710956"/>
              <a:gd name="csX53" fmla="*/ 274607 w 933964"/>
              <a:gd name="csY53" fmla="*/ 597234 h 710956"/>
              <a:gd name="csX54" fmla="*/ 505457 w 933964"/>
              <a:gd name="csY54" fmla="*/ 527946 h 710956"/>
              <a:gd name="csX55" fmla="*/ 547704 w 933964"/>
              <a:gd name="csY55" fmla="*/ 560331 h 710956"/>
              <a:gd name="csX56" fmla="*/ 556003 w 933964"/>
              <a:gd name="csY56" fmla="*/ 579159 h 710956"/>
              <a:gd name="csX57" fmla="*/ 605040 w 933964"/>
              <a:gd name="csY57" fmla="*/ 600247 h 710956"/>
              <a:gd name="csX58" fmla="*/ 606548 w 933964"/>
              <a:gd name="csY58" fmla="*/ 603259 h 710956"/>
              <a:gd name="csX59" fmla="*/ 619374 w 933964"/>
              <a:gd name="csY59" fmla="*/ 606272 h 710956"/>
              <a:gd name="csX60" fmla="*/ 632953 w 933964"/>
              <a:gd name="csY60" fmla="*/ 610037 h 710956"/>
              <a:gd name="csX61" fmla="*/ 712167 w 933964"/>
              <a:gd name="csY61" fmla="*/ 629619 h 710956"/>
              <a:gd name="csX62" fmla="*/ 710658 w 933964"/>
              <a:gd name="csY62" fmla="*/ 625853 h 710956"/>
              <a:gd name="csX63" fmla="*/ 717447 w 933964"/>
              <a:gd name="csY63" fmla="*/ 656732 h 710956"/>
              <a:gd name="csX64" fmla="*/ 732535 w 933964"/>
              <a:gd name="csY64" fmla="*/ 652966 h 710956"/>
              <a:gd name="csX65" fmla="*/ 740834 w 933964"/>
              <a:gd name="csY65" fmla="*/ 619075 h 710956"/>
              <a:gd name="csX66" fmla="*/ 740834 w 933964"/>
              <a:gd name="csY66" fmla="*/ 618322 h 710956"/>
              <a:gd name="csX67" fmla="*/ 727255 w 933964"/>
              <a:gd name="csY67" fmla="*/ 605518 h 710956"/>
              <a:gd name="csX68" fmla="*/ 746870 w 933964"/>
              <a:gd name="csY68" fmla="*/ 581418 h 710956"/>
              <a:gd name="csX69" fmla="*/ 737816 w 933964"/>
              <a:gd name="csY69" fmla="*/ 570121 h 710956"/>
              <a:gd name="csX70" fmla="*/ 709149 w 933964"/>
              <a:gd name="csY70" fmla="*/ 459411 h 710956"/>
              <a:gd name="csX71" fmla="*/ 707640 w 933964"/>
              <a:gd name="csY71" fmla="*/ 451879 h 710956"/>
              <a:gd name="csX72" fmla="*/ 703868 w 933964"/>
              <a:gd name="csY72" fmla="*/ 449620 h 710956"/>
              <a:gd name="csX73" fmla="*/ 701605 w 933964"/>
              <a:gd name="csY73" fmla="*/ 416482 h 710956"/>
              <a:gd name="csX74" fmla="*/ 699341 w 933964"/>
              <a:gd name="csY74" fmla="*/ 380332 h 710956"/>
              <a:gd name="csX75" fmla="*/ 697078 w 933964"/>
              <a:gd name="csY75" fmla="*/ 341169 h 710956"/>
              <a:gd name="csX76" fmla="*/ 697078 w 933964"/>
              <a:gd name="csY76" fmla="*/ 338909 h 710956"/>
              <a:gd name="csX77" fmla="*/ 695569 w 933964"/>
              <a:gd name="csY77" fmla="*/ 339663 h 710956"/>
              <a:gd name="csX78" fmla="*/ 657848 w 933964"/>
              <a:gd name="csY78" fmla="*/ 216149 h 710956"/>
              <a:gd name="csX79" fmla="*/ 617865 w 933964"/>
              <a:gd name="csY79" fmla="*/ 153639 h 710956"/>
              <a:gd name="csX80" fmla="*/ 606548 w 933964"/>
              <a:gd name="csY80" fmla="*/ 79079 h 710956"/>
              <a:gd name="csX81" fmla="*/ 572600 w 933964"/>
              <a:gd name="csY81" fmla="*/ 0 h 710956"/>
              <a:gd name="csX82" fmla="*/ 568074 w 933964"/>
              <a:gd name="csY82" fmla="*/ 2259 h 710956"/>
              <a:gd name="csX83" fmla="*/ 410401 w 933964"/>
              <a:gd name="csY83" fmla="*/ 54979 h 710956"/>
              <a:gd name="csX84" fmla="*/ 378716 w 933964"/>
              <a:gd name="csY84" fmla="*/ 88870 h 710956"/>
              <a:gd name="csX85" fmla="*/ 343258 w 933964"/>
              <a:gd name="csY85" fmla="*/ 156652 h 710956"/>
              <a:gd name="csX86" fmla="*/ 344767 w 933964"/>
              <a:gd name="csY86" fmla="*/ 171714 h 710956"/>
              <a:gd name="csX87" fmla="*/ 297994 w 933964"/>
              <a:gd name="csY87" fmla="*/ 242509 h 710956"/>
              <a:gd name="csX88" fmla="*/ 326661 w 933964"/>
              <a:gd name="csY88" fmla="*/ 252299 h 710956"/>
              <a:gd name="csX89" fmla="*/ 334960 w 933964"/>
              <a:gd name="csY89" fmla="*/ 305772 h 710956"/>
              <a:gd name="csX90" fmla="*/ 301765 w 933964"/>
              <a:gd name="csY90" fmla="*/ 349454 h 710956"/>
              <a:gd name="csX91" fmla="*/ 202183 w 933964"/>
              <a:gd name="csY91" fmla="*/ 409704 h 710956"/>
              <a:gd name="csX92" fmla="*/ 183323 w 933964"/>
              <a:gd name="csY92" fmla="*/ 402173 h 710956"/>
              <a:gd name="csX93" fmla="*/ 109390 w 933964"/>
              <a:gd name="csY93" fmla="*/ 412717 h 710956"/>
              <a:gd name="csX94" fmla="*/ 40739 w 933964"/>
              <a:gd name="csY94" fmla="*/ 454139 h 710956"/>
              <a:gd name="csX95" fmla="*/ 44511 w 933964"/>
              <a:gd name="csY95" fmla="*/ 475980 h 710956"/>
              <a:gd name="csX96" fmla="*/ 68652 w 933964"/>
              <a:gd name="csY96" fmla="*/ 497068 h 710956"/>
              <a:gd name="csX97" fmla="*/ 55072 w 933964"/>
              <a:gd name="csY97" fmla="*/ 563343 h 710956"/>
              <a:gd name="csX98" fmla="*/ 755 w 933964"/>
              <a:gd name="csY98" fmla="*/ 626606 h 710956"/>
              <a:gd name="csX99" fmla="*/ 0 w 933964"/>
              <a:gd name="csY99" fmla="*/ 627360 h 7109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</a:cxnLst>
            <a:rect l="l" t="t" r="r" b="b"/>
            <a:pathLst>
              <a:path w="933964" h="710956">
                <a:moveTo>
                  <a:pt x="709903" y="690622"/>
                </a:moveTo>
                <a:lnTo>
                  <a:pt x="698587" y="706438"/>
                </a:lnTo>
                <a:lnTo>
                  <a:pt x="695569" y="710957"/>
                </a:lnTo>
                <a:lnTo>
                  <a:pt x="709903" y="690622"/>
                </a:lnTo>
                <a:close/>
                <a:moveTo>
                  <a:pt x="814012" y="653719"/>
                </a:moveTo>
                <a:lnTo>
                  <a:pt x="851733" y="620581"/>
                </a:lnTo>
                <a:lnTo>
                  <a:pt x="851733" y="619075"/>
                </a:lnTo>
                <a:lnTo>
                  <a:pt x="814012" y="653719"/>
                </a:lnTo>
                <a:close/>
                <a:moveTo>
                  <a:pt x="715184" y="677066"/>
                </a:moveTo>
                <a:lnTo>
                  <a:pt x="715184" y="651459"/>
                </a:lnTo>
                <a:lnTo>
                  <a:pt x="712921" y="665016"/>
                </a:lnTo>
                <a:lnTo>
                  <a:pt x="715184" y="677066"/>
                </a:lnTo>
                <a:close/>
                <a:moveTo>
                  <a:pt x="890208" y="556565"/>
                </a:moveTo>
                <a:lnTo>
                  <a:pt x="881155" y="554305"/>
                </a:lnTo>
                <a:lnTo>
                  <a:pt x="879646" y="561083"/>
                </a:lnTo>
                <a:lnTo>
                  <a:pt x="890208" y="556565"/>
                </a:lnTo>
                <a:close/>
                <a:moveTo>
                  <a:pt x="910577" y="543008"/>
                </a:moveTo>
                <a:lnTo>
                  <a:pt x="909822" y="550540"/>
                </a:lnTo>
                <a:lnTo>
                  <a:pt x="911331" y="546021"/>
                </a:lnTo>
                <a:lnTo>
                  <a:pt x="910577" y="543008"/>
                </a:lnTo>
                <a:close/>
                <a:moveTo>
                  <a:pt x="889454" y="543762"/>
                </a:moveTo>
                <a:lnTo>
                  <a:pt x="838908" y="590456"/>
                </a:lnTo>
                <a:lnTo>
                  <a:pt x="761203" y="623594"/>
                </a:lnTo>
                <a:lnTo>
                  <a:pt x="740834" y="640916"/>
                </a:lnTo>
                <a:lnTo>
                  <a:pt x="739325" y="657485"/>
                </a:lnTo>
                <a:lnTo>
                  <a:pt x="718202" y="674807"/>
                </a:lnTo>
                <a:lnTo>
                  <a:pt x="721219" y="697401"/>
                </a:lnTo>
                <a:lnTo>
                  <a:pt x="753659" y="684597"/>
                </a:lnTo>
                <a:lnTo>
                  <a:pt x="801187" y="646188"/>
                </a:lnTo>
                <a:lnTo>
                  <a:pt x="853996" y="618322"/>
                </a:lnTo>
                <a:lnTo>
                  <a:pt x="933964" y="543009"/>
                </a:lnTo>
                <a:lnTo>
                  <a:pt x="877383" y="585937"/>
                </a:lnTo>
                <a:lnTo>
                  <a:pt x="859277" y="593468"/>
                </a:lnTo>
                <a:lnTo>
                  <a:pt x="889454" y="543762"/>
                </a:lnTo>
                <a:close/>
                <a:moveTo>
                  <a:pt x="912841" y="512130"/>
                </a:moveTo>
                <a:lnTo>
                  <a:pt x="915858" y="507611"/>
                </a:lnTo>
                <a:lnTo>
                  <a:pt x="906805" y="518155"/>
                </a:lnTo>
                <a:lnTo>
                  <a:pt x="912841" y="512130"/>
                </a:lnTo>
                <a:close/>
                <a:moveTo>
                  <a:pt x="64880" y="484264"/>
                </a:moveTo>
                <a:lnTo>
                  <a:pt x="52809" y="482758"/>
                </a:lnTo>
                <a:lnTo>
                  <a:pt x="61862" y="494808"/>
                </a:lnTo>
                <a:lnTo>
                  <a:pt x="64880" y="484264"/>
                </a:lnTo>
                <a:close/>
                <a:moveTo>
                  <a:pt x="315345" y="253806"/>
                </a:moveTo>
                <a:lnTo>
                  <a:pt x="316854" y="245521"/>
                </a:lnTo>
                <a:lnTo>
                  <a:pt x="310819" y="253053"/>
                </a:lnTo>
                <a:lnTo>
                  <a:pt x="315345" y="253806"/>
                </a:lnTo>
                <a:close/>
                <a:moveTo>
                  <a:pt x="319117" y="199580"/>
                </a:moveTo>
                <a:lnTo>
                  <a:pt x="316100" y="201086"/>
                </a:lnTo>
                <a:lnTo>
                  <a:pt x="312327" y="209371"/>
                </a:lnTo>
                <a:lnTo>
                  <a:pt x="319117" y="199580"/>
                </a:lnTo>
                <a:close/>
                <a:moveTo>
                  <a:pt x="0" y="627359"/>
                </a:moveTo>
                <a:lnTo>
                  <a:pt x="5281" y="649953"/>
                </a:lnTo>
                <a:lnTo>
                  <a:pt x="45265" y="659744"/>
                </a:lnTo>
                <a:lnTo>
                  <a:pt x="274607" y="597234"/>
                </a:lnTo>
                <a:lnTo>
                  <a:pt x="505457" y="527946"/>
                </a:lnTo>
                <a:lnTo>
                  <a:pt x="547704" y="560331"/>
                </a:lnTo>
                <a:lnTo>
                  <a:pt x="556003" y="579159"/>
                </a:lnTo>
                <a:lnTo>
                  <a:pt x="605040" y="600247"/>
                </a:lnTo>
                <a:lnTo>
                  <a:pt x="606548" y="603259"/>
                </a:lnTo>
                <a:lnTo>
                  <a:pt x="619374" y="606272"/>
                </a:lnTo>
                <a:lnTo>
                  <a:pt x="632953" y="610037"/>
                </a:lnTo>
                <a:lnTo>
                  <a:pt x="712167" y="629619"/>
                </a:lnTo>
                <a:lnTo>
                  <a:pt x="710658" y="625853"/>
                </a:lnTo>
                <a:lnTo>
                  <a:pt x="717447" y="656732"/>
                </a:lnTo>
                <a:lnTo>
                  <a:pt x="732535" y="652966"/>
                </a:lnTo>
                <a:lnTo>
                  <a:pt x="740834" y="619075"/>
                </a:lnTo>
                <a:lnTo>
                  <a:pt x="740834" y="618322"/>
                </a:lnTo>
                <a:lnTo>
                  <a:pt x="727255" y="605518"/>
                </a:lnTo>
                <a:lnTo>
                  <a:pt x="746870" y="581418"/>
                </a:lnTo>
                <a:lnTo>
                  <a:pt x="737816" y="570121"/>
                </a:lnTo>
                <a:lnTo>
                  <a:pt x="709149" y="459411"/>
                </a:lnTo>
                <a:lnTo>
                  <a:pt x="707640" y="451879"/>
                </a:lnTo>
                <a:lnTo>
                  <a:pt x="703868" y="449620"/>
                </a:lnTo>
                <a:lnTo>
                  <a:pt x="701605" y="416482"/>
                </a:lnTo>
                <a:lnTo>
                  <a:pt x="699341" y="380332"/>
                </a:lnTo>
                <a:lnTo>
                  <a:pt x="697078" y="341169"/>
                </a:lnTo>
                <a:lnTo>
                  <a:pt x="697078" y="338909"/>
                </a:lnTo>
                <a:lnTo>
                  <a:pt x="695569" y="339663"/>
                </a:lnTo>
                <a:lnTo>
                  <a:pt x="657848" y="216149"/>
                </a:lnTo>
                <a:lnTo>
                  <a:pt x="617865" y="153639"/>
                </a:lnTo>
                <a:lnTo>
                  <a:pt x="606548" y="79079"/>
                </a:lnTo>
                <a:lnTo>
                  <a:pt x="572600" y="0"/>
                </a:lnTo>
                <a:lnTo>
                  <a:pt x="568074" y="2259"/>
                </a:lnTo>
                <a:lnTo>
                  <a:pt x="410401" y="54979"/>
                </a:lnTo>
                <a:lnTo>
                  <a:pt x="378716" y="88870"/>
                </a:lnTo>
                <a:lnTo>
                  <a:pt x="343258" y="156652"/>
                </a:lnTo>
                <a:lnTo>
                  <a:pt x="344767" y="171714"/>
                </a:lnTo>
                <a:lnTo>
                  <a:pt x="297994" y="242509"/>
                </a:lnTo>
                <a:lnTo>
                  <a:pt x="326661" y="252299"/>
                </a:lnTo>
                <a:lnTo>
                  <a:pt x="334960" y="305772"/>
                </a:lnTo>
                <a:lnTo>
                  <a:pt x="301765" y="349454"/>
                </a:lnTo>
                <a:lnTo>
                  <a:pt x="202183" y="409704"/>
                </a:lnTo>
                <a:lnTo>
                  <a:pt x="183323" y="402173"/>
                </a:lnTo>
                <a:lnTo>
                  <a:pt x="109390" y="412717"/>
                </a:lnTo>
                <a:lnTo>
                  <a:pt x="40739" y="454139"/>
                </a:lnTo>
                <a:lnTo>
                  <a:pt x="44511" y="475980"/>
                </a:lnTo>
                <a:lnTo>
                  <a:pt x="68652" y="497068"/>
                </a:lnTo>
                <a:lnTo>
                  <a:pt x="55072" y="563343"/>
                </a:lnTo>
                <a:lnTo>
                  <a:pt x="755" y="626606"/>
                </a:lnTo>
                <a:lnTo>
                  <a:pt x="0" y="627360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36634190-DDCA-7506-D6D7-365AD45CA696}"/>
              </a:ext>
            </a:extLst>
          </p:cNvPr>
          <p:cNvSpPr/>
          <p:nvPr/>
        </p:nvSpPr>
        <p:spPr>
          <a:xfrm>
            <a:off x="7685872" y="1888727"/>
            <a:ext cx="706130" cy="514389"/>
          </a:xfrm>
          <a:custGeom>
            <a:avLst/>
            <a:gdLst>
              <a:gd name="csX0" fmla="*/ 679727 w 706130"/>
              <a:gd name="csY0" fmla="*/ 72301 h 514389"/>
              <a:gd name="csX1" fmla="*/ 630690 w 706130"/>
              <a:gd name="csY1" fmla="*/ 51213 h 514389"/>
              <a:gd name="csX2" fmla="*/ 622391 w 706130"/>
              <a:gd name="csY2" fmla="*/ 32385 h 514389"/>
              <a:gd name="csX3" fmla="*/ 580144 w 706130"/>
              <a:gd name="csY3" fmla="*/ 0 h 514389"/>
              <a:gd name="csX4" fmla="*/ 349294 w 706130"/>
              <a:gd name="csY4" fmla="*/ 69288 h 514389"/>
              <a:gd name="csX5" fmla="*/ 119952 w 706130"/>
              <a:gd name="csY5" fmla="*/ 131798 h 514389"/>
              <a:gd name="csX6" fmla="*/ 79968 w 706130"/>
              <a:gd name="csY6" fmla="*/ 122007 h 514389"/>
              <a:gd name="csX7" fmla="*/ 74687 w 706130"/>
              <a:gd name="csY7" fmla="*/ 99413 h 514389"/>
              <a:gd name="csX8" fmla="*/ 61862 w 706130"/>
              <a:gd name="csY8" fmla="*/ 109204 h 514389"/>
              <a:gd name="csX9" fmla="*/ 41493 w 706130"/>
              <a:gd name="csY9" fmla="*/ 123514 h 514389"/>
              <a:gd name="csX10" fmla="*/ 4527 w 706130"/>
              <a:gd name="csY10" fmla="*/ 161170 h 514389"/>
              <a:gd name="csX11" fmla="*/ 0 w 706130"/>
              <a:gd name="csY11" fmla="*/ 164936 h 514389"/>
              <a:gd name="csX12" fmla="*/ 21124 w 706130"/>
              <a:gd name="csY12" fmla="*/ 257571 h 514389"/>
              <a:gd name="csX13" fmla="*/ 24896 w 706130"/>
              <a:gd name="csY13" fmla="*/ 274140 h 514389"/>
              <a:gd name="csX14" fmla="*/ 43756 w 706130"/>
              <a:gd name="csY14" fmla="*/ 355479 h 514389"/>
              <a:gd name="csX15" fmla="*/ 47528 w 706130"/>
              <a:gd name="csY15" fmla="*/ 371294 h 514389"/>
              <a:gd name="csX16" fmla="*/ 47528 w 706130"/>
              <a:gd name="csY16" fmla="*/ 371294 h 514389"/>
              <a:gd name="csX17" fmla="*/ 80723 w 706130"/>
              <a:gd name="csY17" fmla="*/ 514390 h 514389"/>
              <a:gd name="csX18" fmla="*/ 187849 w 706130"/>
              <a:gd name="csY18" fmla="*/ 488030 h 514389"/>
              <a:gd name="csX19" fmla="*/ 202937 w 706130"/>
              <a:gd name="csY19" fmla="*/ 484264 h 514389"/>
              <a:gd name="csX20" fmla="*/ 216517 w 706130"/>
              <a:gd name="csY20" fmla="*/ 480499 h 514389"/>
              <a:gd name="csX21" fmla="*/ 270080 w 706130"/>
              <a:gd name="csY21" fmla="*/ 466189 h 514389"/>
              <a:gd name="csX22" fmla="*/ 565056 w 706130"/>
              <a:gd name="csY22" fmla="*/ 384098 h 514389"/>
              <a:gd name="csX23" fmla="*/ 618619 w 706130"/>
              <a:gd name="csY23" fmla="*/ 367529 h 514389"/>
              <a:gd name="csX24" fmla="*/ 631444 w 706130"/>
              <a:gd name="csY24" fmla="*/ 363763 h 514389"/>
              <a:gd name="csX25" fmla="*/ 631444 w 706130"/>
              <a:gd name="csY25" fmla="*/ 363763 h 514389"/>
              <a:gd name="csX26" fmla="*/ 637480 w 706130"/>
              <a:gd name="csY26" fmla="*/ 348700 h 514389"/>
              <a:gd name="csX27" fmla="*/ 651059 w 706130"/>
              <a:gd name="csY27" fmla="*/ 338157 h 514389"/>
              <a:gd name="csX28" fmla="*/ 669165 w 706130"/>
              <a:gd name="csY28" fmla="*/ 338157 h 514389"/>
              <a:gd name="csX29" fmla="*/ 671428 w 706130"/>
              <a:gd name="csY29" fmla="*/ 331378 h 514389"/>
              <a:gd name="csX30" fmla="*/ 700850 w 706130"/>
              <a:gd name="csY30" fmla="*/ 298241 h 514389"/>
              <a:gd name="csX31" fmla="*/ 703868 w 706130"/>
              <a:gd name="csY31" fmla="*/ 292969 h 514389"/>
              <a:gd name="csX32" fmla="*/ 706131 w 706130"/>
              <a:gd name="csY32" fmla="*/ 291462 h 514389"/>
              <a:gd name="csX33" fmla="*/ 676709 w 706130"/>
              <a:gd name="csY33" fmla="*/ 214643 h 514389"/>
              <a:gd name="csX34" fmla="*/ 662375 w 706130"/>
              <a:gd name="csY34" fmla="*/ 212383 h 514389"/>
              <a:gd name="csX35" fmla="*/ 663130 w 706130"/>
              <a:gd name="csY35" fmla="*/ 161924 h 514389"/>
              <a:gd name="csX36" fmla="*/ 649550 w 706130"/>
              <a:gd name="csY36" fmla="*/ 145355 h 514389"/>
              <a:gd name="csX37" fmla="*/ 681236 w 706130"/>
              <a:gd name="csY37" fmla="*/ 75313 h 514389"/>
              <a:gd name="csX38" fmla="*/ 681236 w 706130"/>
              <a:gd name="csY38" fmla="*/ 75313 h 514389"/>
              <a:gd name="csX39" fmla="*/ 679727 w 706130"/>
              <a:gd name="csY39" fmla="*/ 72301 h 5143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706130" h="514389">
                <a:moveTo>
                  <a:pt x="679727" y="72301"/>
                </a:moveTo>
                <a:lnTo>
                  <a:pt x="630690" y="51213"/>
                </a:lnTo>
                <a:lnTo>
                  <a:pt x="622391" y="32385"/>
                </a:lnTo>
                <a:lnTo>
                  <a:pt x="580144" y="0"/>
                </a:lnTo>
                <a:lnTo>
                  <a:pt x="349294" y="69288"/>
                </a:lnTo>
                <a:lnTo>
                  <a:pt x="119952" y="131798"/>
                </a:lnTo>
                <a:lnTo>
                  <a:pt x="79968" y="122007"/>
                </a:lnTo>
                <a:lnTo>
                  <a:pt x="74687" y="99413"/>
                </a:lnTo>
                <a:lnTo>
                  <a:pt x="61862" y="109204"/>
                </a:lnTo>
                <a:lnTo>
                  <a:pt x="41493" y="123514"/>
                </a:lnTo>
                <a:lnTo>
                  <a:pt x="4527" y="161170"/>
                </a:lnTo>
                <a:lnTo>
                  <a:pt x="0" y="164936"/>
                </a:lnTo>
                <a:lnTo>
                  <a:pt x="21124" y="257571"/>
                </a:lnTo>
                <a:lnTo>
                  <a:pt x="24896" y="274140"/>
                </a:lnTo>
                <a:lnTo>
                  <a:pt x="43756" y="355479"/>
                </a:lnTo>
                <a:lnTo>
                  <a:pt x="47528" y="371294"/>
                </a:lnTo>
                <a:lnTo>
                  <a:pt x="47528" y="371294"/>
                </a:lnTo>
                <a:lnTo>
                  <a:pt x="80723" y="514390"/>
                </a:lnTo>
                <a:lnTo>
                  <a:pt x="187849" y="488030"/>
                </a:lnTo>
                <a:lnTo>
                  <a:pt x="202937" y="484264"/>
                </a:lnTo>
                <a:lnTo>
                  <a:pt x="216517" y="480499"/>
                </a:lnTo>
                <a:lnTo>
                  <a:pt x="270080" y="466189"/>
                </a:lnTo>
                <a:lnTo>
                  <a:pt x="565056" y="384098"/>
                </a:lnTo>
                <a:lnTo>
                  <a:pt x="618619" y="367529"/>
                </a:lnTo>
                <a:lnTo>
                  <a:pt x="631444" y="363763"/>
                </a:lnTo>
                <a:lnTo>
                  <a:pt x="631444" y="363763"/>
                </a:lnTo>
                <a:lnTo>
                  <a:pt x="637480" y="348700"/>
                </a:lnTo>
                <a:lnTo>
                  <a:pt x="651059" y="338157"/>
                </a:lnTo>
                <a:lnTo>
                  <a:pt x="669165" y="338157"/>
                </a:lnTo>
                <a:lnTo>
                  <a:pt x="671428" y="331378"/>
                </a:lnTo>
                <a:lnTo>
                  <a:pt x="700850" y="298241"/>
                </a:lnTo>
                <a:lnTo>
                  <a:pt x="703868" y="292969"/>
                </a:lnTo>
                <a:lnTo>
                  <a:pt x="706131" y="291462"/>
                </a:lnTo>
                <a:lnTo>
                  <a:pt x="676709" y="214643"/>
                </a:lnTo>
                <a:lnTo>
                  <a:pt x="662375" y="212383"/>
                </a:lnTo>
                <a:lnTo>
                  <a:pt x="663130" y="161924"/>
                </a:lnTo>
                <a:lnTo>
                  <a:pt x="649550" y="145355"/>
                </a:lnTo>
                <a:lnTo>
                  <a:pt x="681236" y="75313"/>
                </a:lnTo>
                <a:lnTo>
                  <a:pt x="681236" y="75313"/>
                </a:lnTo>
                <a:lnTo>
                  <a:pt x="679727" y="72301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5" name="Freeform 54">
            <a:extLst>
              <a:ext uri="{FF2B5EF4-FFF2-40B4-BE49-F238E27FC236}">
                <a16:creationId xmlns:a16="http://schemas.microsoft.com/office/drawing/2014/main" id="{297C517E-CBE0-F9A3-1F69-AAF6DCB352BD}"/>
              </a:ext>
            </a:extLst>
          </p:cNvPr>
          <p:cNvSpPr/>
          <p:nvPr/>
        </p:nvSpPr>
        <p:spPr>
          <a:xfrm>
            <a:off x="8551184" y="810241"/>
            <a:ext cx="449630" cy="750120"/>
          </a:xfrm>
          <a:custGeom>
            <a:avLst/>
            <a:gdLst>
              <a:gd name="csX0" fmla="*/ 178042 w 449630"/>
              <a:gd name="csY0" fmla="*/ 749367 h 750120"/>
              <a:gd name="csX1" fmla="*/ 177287 w 449630"/>
              <a:gd name="csY1" fmla="*/ 749367 h 750120"/>
              <a:gd name="csX2" fmla="*/ 178796 w 449630"/>
              <a:gd name="csY2" fmla="*/ 750121 h 750120"/>
              <a:gd name="csX3" fmla="*/ 178041 w 449630"/>
              <a:gd name="csY3" fmla="*/ 749367 h 750120"/>
              <a:gd name="csX4" fmla="*/ 233868 w 449630"/>
              <a:gd name="csY4" fmla="*/ 588950 h 750120"/>
              <a:gd name="csX5" fmla="*/ 227833 w 449630"/>
              <a:gd name="csY5" fmla="*/ 579912 h 750120"/>
              <a:gd name="csX6" fmla="*/ 227833 w 449630"/>
              <a:gd name="csY6" fmla="*/ 584431 h 750120"/>
              <a:gd name="csX7" fmla="*/ 233868 w 449630"/>
              <a:gd name="csY7" fmla="*/ 588950 h 750120"/>
              <a:gd name="csX8" fmla="*/ 223307 w 449630"/>
              <a:gd name="csY8" fmla="*/ 580666 h 750120"/>
              <a:gd name="csX9" fmla="*/ 223307 w 449630"/>
              <a:gd name="csY9" fmla="*/ 573134 h 750120"/>
              <a:gd name="csX10" fmla="*/ 222552 w 449630"/>
              <a:gd name="csY10" fmla="*/ 568615 h 750120"/>
              <a:gd name="csX11" fmla="*/ 223307 w 449630"/>
              <a:gd name="csY11" fmla="*/ 580666 h 750120"/>
              <a:gd name="csX12" fmla="*/ 250465 w 449630"/>
              <a:gd name="csY12" fmla="*/ 549034 h 750120"/>
              <a:gd name="csX13" fmla="*/ 248956 w 449630"/>
              <a:gd name="csY13" fmla="*/ 548281 h 750120"/>
              <a:gd name="csX14" fmla="*/ 249711 w 449630"/>
              <a:gd name="csY14" fmla="*/ 550540 h 750120"/>
              <a:gd name="csX15" fmla="*/ 250466 w 449630"/>
              <a:gd name="csY15" fmla="*/ 549034 h 750120"/>
              <a:gd name="csX16" fmla="*/ 325907 w 449630"/>
              <a:gd name="csY16" fmla="*/ 511377 h 750120"/>
              <a:gd name="csX17" fmla="*/ 324398 w 449630"/>
              <a:gd name="csY17" fmla="*/ 500080 h 750120"/>
              <a:gd name="csX18" fmla="*/ 321380 w 449630"/>
              <a:gd name="csY18" fmla="*/ 505352 h 750120"/>
              <a:gd name="csX19" fmla="*/ 325907 w 449630"/>
              <a:gd name="csY19" fmla="*/ 511377 h 750120"/>
              <a:gd name="csX20" fmla="*/ 307046 w 449630"/>
              <a:gd name="csY20" fmla="*/ 515896 h 750120"/>
              <a:gd name="csX21" fmla="*/ 307801 w 449630"/>
              <a:gd name="csY21" fmla="*/ 507612 h 750120"/>
              <a:gd name="csX22" fmla="*/ 298748 w 449630"/>
              <a:gd name="csY22" fmla="*/ 509118 h 750120"/>
              <a:gd name="csX23" fmla="*/ 307046 w 449630"/>
              <a:gd name="csY23" fmla="*/ 515896 h 750120"/>
              <a:gd name="csX24" fmla="*/ 334959 w 449630"/>
              <a:gd name="csY24" fmla="*/ 491043 h 750120"/>
              <a:gd name="csX25" fmla="*/ 331942 w 449630"/>
              <a:gd name="csY25" fmla="*/ 491043 h 750120"/>
              <a:gd name="csX26" fmla="*/ 331942 w 449630"/>
              <a:gd name="csY26" fmla="*/ 492549 h 750120"/>
              <a:gd name="csX27" fmla="*/ 334959 w 449630"/>
              <a:gd name="csY27" fmla="*/ 491043 h 750120"/>
              <a:gd name="csX28" fmla="*/ 297239 w 449630"/>
              <a:gd name="csY28" fmla="*/ 502340 h 750120"/>
              <a:gd name="csX29" fmla="*/ 290449 w 449630"/>
              <a:gd name="csY29" fmla="*/ 500834 h 750120"/>
              <a:gd name="csX30" fmla="*/ 289695 w 449630"/>
              <a:gd name="csY30" fmla="*/ 507612 h 750120"/>
              <a:gd name="csX31" fmla="*/ 297239 w 449630"/>
              <a:gd name="csY31" fmla="*/ 502340 h 750120"/>
              <a:gd name="csX32" fmla="*/ 335714 w 449630"/>
              <a:gd name="csY32" fmla="*/ 478993 h 750120"/>
              <a:gd name="csX33" fmla="*/ 342504 w 449630"/>
              <a:gd name="csY33" fmla="*/ 484265 h 750120"/>
              <a:gd name="csX34" fmla="*/ 340240 w 449630"/>
              <a:gd name="csY34" fmla="*/ 478240 h 750120"/>
              <a:gd name="csX35" fmla="*/ 335714 w 449630"/>
              <a:gd name="csY35" fmla="*/ 478993 h 750120"/>
              <a:gd name="csX36" fmla="*/ 315345 w 449630"/>
              <a:gd name="csY36" fmla="*/ 479746 h 750120"/>
              <a:gd name="csX37" fmla="*/ 308555 w 449630"/>
              <a:gd name="csY37" fmla="*/ 492549 h 750120"/>
              <a:gd name="csX38" fmla="*/ 317608 w 449630"/>
              <a:gd name="csY38" fmla="*/ 488030 h 750120"/>
              <a:gd name="csX39" fmla="*/ 315345 w 449630"/>
              <a:gd name="csY39" fmla="*/ 479746 h 750120"/>
              <a:gd name="csX40" fmla="*/ 282905 w 449630"/>
              <a:gd name="csY40" fmla="*/ 480499 h 750120"/>
              <a:gd name="csX41" fmla="*/ 279888 w 449630"/>
              <a:gd name="csY41" fmla="*/ 485018 h 750120"/>
              <a:gd name="csX42" fmla="*/ 282151 w 449630"/>
              <a:gd name="csY42" fmla="*/ 491796 h 750120"/>
              <a:gd name="csX43" fmla="*/ 282905 w 449630"/>
              <a:gd name="csY43" fmla="*/ 480499 h 750120"/>
              <a:gd name="csX44" fmla="*/ 327416 w 449630"/>
              <a:gd name="csY44" fmla="*/ 455646 h 750120"/>
              <a:gd name="csX45" fmla="*/ 326661 w 449630"/>
              <a:gd name="csY45" fmla="*/ 449620 h 750120"/>
              <a:gd name="csX46" fmla="*/ 324398 w 449630"/>
              <a:gd name="csY46" fmla="*/ 453386 h 750120"/>
              <a:gd name="csX47" fmla="*/ 327415 w 449630"/>
              <a:gd name="csY47" fmla="*/ 455646 h 750120"/>
              <a:gd name="csX48" fmla="*/ 323643 w 449630"/>
              <a:gd name="csY48" fmla="*/ 458658 h 750120"/>
              <a:gd name="csX49" fmla="*/ 316853 w 449630"/>
              <a:gd name="csY49" fmla="*/ 452633 h 750120"/>
              <a:gd name="csX50" fmla="*/ 316853 w 449630"/>
              <a:gd name="csY50" fmla="*/ 457905 h 750120"/>
              <a:gd name="csX51" fmla="*/ 323643 w 449630"/>
              <a:gd name="csY51" fmla="*/ 458658 h 750120"/>
              <a:gd name="csX52" fmla="*/ 281396 w 449630"/>
              <a:gd name="csY52" fmla="*/ 475980 h 750120"/>
              <a:gd name="csX53" fmla="*/ 279888 w 449630"/>
              <a:gd name="csY53" fmla="*/ 467696 h 750120"/>
              <a:gd name="csX54" fmla="*/ 276870 w 449630"/>
              <a:gd name="csY54" fmla="*/ 474474 h 750120"/>
              <a:gd name="csX55" fmla="*/ 281396 w 449630"/>
              <a:gd name="csY55" fmla="*/ 475980 h 750120"/>
              <a:gd name="csX56" fmla="*/ 353065 w 449630"/>
              <a:gd name="csY56" fmla="*/ 449620 h 750120"/>
              <a:gd name="csX57" fmla="*/ 341749 w 449630"/>
              <a:gd name="csY57" fmla="*/ 466189 h 750120"/>
              <a:gd name="csX58" fmla="*/ 340995 w 449630"/>
              <a:gd name="csY58" fmla="*/ 454139 h 750120"/>
              <a:gd name="csX59" fmla="*/ 353065 w 449630"/>
              <a:gd name="csY59" fmla="*/ 449620 h 750120"/>
              <a:gd name="csX60" fmla="*/ 408138 w 449630"/>
              <a:gd name="csY60" fmla="*/ 399161 h 750120"/>
              <a:gd name="csX61" fmla="*/ 402857 w 449630"/>
              <a:gd name="csY61" fmla="*/ 391629 h 750120"/>
              <a:gd name="csX62" fmla="*/ 399839 w 449630"/>
              <a:gd name="csY62" fmla="*/ 393135 h 750120"/>
              <a:gd name="csX63" fmla="*/ 408138 w 449630"/>
              <a:gd name="csY63" fmla="*/ 399161 h 750120"/>
              <a:gd name="csX64" fmla="*/ 428507 w 449630"/>
              <a:gd name="csY64" fmla="*/ 365270 h 750120"/>
              <a:gd name="csX65" fmla="*/ 423981 w 449630"/>
              <a:gd name="csY65" fmla="*/ 363010 h 750120"/>
              <a:gd name="csX66" fmla="*/ 423226 w 449630"/>
              <a:gd name="csY66" fmla="*/ 365270 h 750120"/>
              <a:gd name="csX67" fmla="*/ 428507 w 449630"/>
              <a:gd name="csY67" fmla="*/ 365270 h 750120"/>
              <a:gd name="csX68" fmla="*/ 438314 w 449630"/>
              <a:gd name="csY68" fmla="*/ 306525 h 750120"/>
              <a:gd name="csX69" fmla="*/ 431524 w 449630"/>
              <a:gd name="csY69" fmla="*/ 306525 h 750120"/>
              <a:gd name="csX70" fmla="*/ 439069 w 449630"/>
              <a:gd name="csY70" fmla="*/ 308785 h 750120"/>
              <a:gd name="csX71" fmla="*/ 438314 w 449630"/>
              <a:gd name="csY71" fmla="*/ 306525 h 750120"/>
              <a:gd name="csX72" fmla="*/ 449630 w 449630"/>
              <a:gd name="csY72" fmla="*/ 314057 h 750120"/>
              <a:gd name="csX73" fmla="*/ 447367 w 449630"/>
              <a:gd name="csY73" fmla="*/ 300500 h 750120"/>
              <a:gd name="csX74" fmla="*/ 441332 w 449630"/>
              <a:gd name="csY74" fmla="*/ 299747 h 750120"/>
              <a:gd name="csX75" fmla="*/ 449630 w 449630"/>
              <a:gd name="csY75" fmla="*/ 314057 h 750120"/>
              <a:gd name="csX76" fmla="*/ 437560 w 449630"/>
              <a:gd name="csY76" fmla="*/ 302006 h 750120"/>
              <a:gd name="csX77" fmla="*/ 436051 w 449630"/>
              <a:gd name="csY77" fmla="*/ 287697 h 750120"/>
              <a:gd name="csX78" fmla="*/ 430770 w 449630"/>
              <a:gd name="csY78" fmla="*/ 297488 h 750120"/>
              <a:gd name="csX79" fmla="*/ 437560 w 449630"/>
              <a:gd name="csY79" fmla="*/ 302006 h 750120"/>
              <a:gd name="csX80" fmla="*/ 0 w 449630"/>
              <a:gd name="csY80" fmla="*/ 420248 h 750120"/>
              <a:gd name="csX81" fmla="*/ 109390 w 449630"/>
              <a:gd name="csY81" fmla="*/ 676313 h 750120"/>
              <a:gd name="csX82" fmla="*/ 110899 w 449630"/>
              <a:gd name="csY82" fmla="*/ 681585 h 750120"/>
              <a:gd name="csX83" fmla="*/ 158427 w 449630"/>
              <a:gd name="csY83" fmla="*/ 739576 h 750120"/>
              <a:gd name="csX84" fmla="*/ 158427 w 449630"/>
              <a:gd name="csY84" fmla="*/ 738823 h 750120"/>
              <a:gd name="csX85" fmla="*/ 165971 w 449630"/>
              <a:gd name="csY85" fmla="*/ 736564 h 750120"/>
              <a:gd name="csX86" fmla="*/ 167480 w 449630"/>
              <a:gd name="csY86" fmla="*/ 693635 h 750120"/>
              <a:gd name="csX87" fmla="*/ 179550 w 449630"/>
              <a:gd name="csY87" fmla="*/ 678572 h 750120"/>
              <a:gd name="csX88" fmla="*/ 187095 w 449630"/>
              <a:gd name="csY88" fmla="*/ 638656 h 750120"/>
              <a:gd name="csX89" fmla="*/ 180305 w 449630"/>
              <a:gd name="csY89" fmla="*/ 631878 h 750120"/>
              <a:gd name="csX90" fmla="*/ 193130 w 449630"/>
              <a:gd name="csY90" fmla="*/ 592715 h 750120"/>
              <a:gd name="csX91" fmla="*/ 236886 w 449630"/>
              <a:gd name="csY91" fmla="*/ 572381 h 750120"/>
              <a:gd name="csX92" fmla="*/ 265553 w 449630"/>
              <a:gd name="csY92" fmla="*/ 537737 h 750120"/>
              <a:gd name="csX93" fmla="*/ 276115 w 449630"/>
              <a:gd name="csY93" fmla="*/ 477486 h 750120"/>
              <a:gd name="csX94" fmla="*/ 322134 w 449630"/>
              <a:gd name="csY94" fmla="*/ 474474 h 750120"/>
              <a:gd name="csX95" fmla="*/ 316099 w 449630"/>
              <a:gd name="csY95" fmla="*/ 443595 h 750120"/>
              <a:gd name="csX96" fmla="*/ 373435 w 449630"/>
              <a:gd name="csY96" fmla="*/ 421754 h 750120"/>
              <a:gd name="csX97" fmla="*/ 377207 w 449630"/>
              <a:gd name="csY97" fmla="*/ 387863 h 750120"/>
              <a:gd name="csX98" fmla="*/ 390786 w 449630"/>
              <a:gd name="csY98" fmla="*/ 390876 h 750120"/>
              <a:gd name="csX99" fmla="*/ 428507 w 449630"/>
              <a:gd name="csY99" fmla="*/ 359997 h 750120"/>
              <a:gd name="csX100" fmla="*/ 445104 w 449630"/>
              <a:gd name="csY100" fmla="*/ 320081 h 750120"/>
              <a:gd name="csX101" fmla="*/ 406629 w 449630"/>
              <a:gd name="csY101" fmla="*/ 281672 h 750120"/>
              <a:gd name="csX102" fmla="*/ 365891 w 449630"/>
              <a:gd name="csY102" fmla="*/ 273387 h 750120"/>
              <a:gd name="csX103" fmla="*/ 350802 w 449630"/>
              <a:gd name="csY103" fmla="*/ 242509 h 750120"/>
              <a:gd name="csX104" fmla="*/ 350802 w 449630"/>
              <a:gd name="csY104" fmla="*/ 224434 h 750120"/>
              <a:gd name="csX105" fmla="*/ 325907 w 449630"/>
              <a:gd name="csY105" fmla="*/ 231965 h 750120"/>
              <a:gd name="csX106" fmla="*/ 297993 w 449630"/>
              <a:gd name="csY106" fmla="*/ 222174 h 750120"/>
              <a:gd name="csX107" fmla="*/ 297993 w 449630"/>
              <a:gd name="csY107" fmla="*/ 191296 h 750120"/>
              <a:gd name="csX108" fmla="*/ 222552 w 449630"/>
              <a:gd name="csY108" fmla="*/ 28619 h 750120"/>
              <a:gd name="csX109" fmla="*/ 167480 w 449630"/>
              <a:gd name="csY109" fmla="*/ 0 h 750120"/>
              <a:gd name="csX110" fmla="*/ 106372 w 449630"/>
              <a:gd name="csY110" fmla="*/ 51213 h 750120"/>
              <a:gd name="csX111" fmla="*/ 89775 w 449630"/>
              <a:gd name="csY111" fmla="*/ 48200 h 750120"/>
              <a:gd name="csX112" fmla="*/ 75441 w 449630"/>
              <a:gd name="csY112" fmla="*/ 21841 h 750120"/>
              <a:gd name="csX113" fmla="*/ 55827 w 449630"/>
              <a:gd name="csY113" fmla="*/ 29372 h 750120"/>
              <a:gd name="csX114" fmla="*/ 27914 w 449630"/>
              <a:gd name="csY114" fmla="*/ 167949 h 750120"/>
              <a:gd name="csX115" fmla="*/ 37721 w 449630"/>
              <a:gd name="csY115" fmla="*/ 213137 h 750120"/>
              <a:gd name="csX116" fmla="*/ 46019 w 449630"/>
              <a:gd name="csY116" fmla="*/ 305019 h 750120"/>
              <a:gd name="csX117" fmla="*/ 24141 w 449630"/>
              <a:gd name="csY117" fmla="*/ 375813 h 750120"/>
              <a:gd name="csX118" fmla="*/ 39230 w 449630"/>
              <a:gd name="csY118" fmla="*/ 387110 h 750120"/>
              <a:gd name="csX119" fmla="*/ 21124 w 449630"/>
              <a:gd name="csY119" fmla="*/ 421754 h 750120"/>
              <a:gd name="csX120" fmla="*/ 1509 w 449630"/>
              <a:gd name="csY120" fmla="*/ 418742 h 750120"/>
              <a:gd name="csX121" fmla="*/ 0 w 449630"/>
              <a:gd name="csY121" fmla="*/ 420248 h 7501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</a:cxnLst>
            <a:rect l="l" t="t" r="r" b="b"/>
            <a:pathLst>
              <a:path w="449630" h="750120">
                <a:moveTo>
                  <a:pt x="178042" y="749367"/>
                </a:moveTo>
                <a:lnTo>
                  <a:pt x="177287" y="749367"/>
                </a:lnTo>
                <a:lnTo>
                  <a:pt x="178796" y="750121"/>
                </a:lnTo>
                <a:lnTo>
                  <a:pt x="178041" y="749367"/>
                </a:lnTo>
                <a:close/>
                <a:moveTo>
                  <a:pt x="233868" y="588950"/>
                </a:moveTo>
                <a:lnTo>
                  <a:pt x="227833" y="579912"/>
                </a:lnTo>
                <a:lnTo>
                  <a:pt x="227833" y="584431"/>
                </a:lnTo>
                <a:lnTo>
                  <a:pt x="233868" y="588950"/>
                </a:lnTo>
                <a:close/>
                <a:moveTo>
                  <a:pt x="223307" y="580666"/>
                </a:moveTo>
                <a:lnTo>
                  <a:pt x="223307" y="573134"/>
                </a:lnTo>
                <a:lnTo>
                  <a:pt x="222552" y="568615"/>
                </a:lnTo>
                <a:lnTo>
                  <a:pt x="223307" y="580666"/>
                </a:lnTo>
                <a:close/>
                <a:moveTo>
                  <a:pt x="250465" y="549034"/>
                </a:moveTo>
                <a:lnTo>
                  <a:pt x="248956" y="548281"/>
                </a:lnTo>
                <a:lnTo>
                  <a:pt x="249711" y="550540"/>
                </a:lnTo>
                <a:lnTo>
                  <a:pt x="250466" y="549034"/>
                </a:lnTo>
                <a:close/>
                <a:moveTo>
                  <a:pt x="325907" y="511377"/>
                </a:moveTo>
                <a:lnTo>
                  <a:pt x="324398" y="500080"/>
                </a:lnTo>
                <a:lnTo>
                  <a:pt x="321380" y="505352"/>
                </a:lnTo>
                <a:lnTo>
                  <a:pt x="325907" y="511377"/>
                </a:lnTo>
                <a:close/>
                <a:moveTo>
                  <a:pt x="307046" y="515896"/>
                </a:moveTo>
                <a:lnTo>
                  <a:pt x="307801" y="507612"/>
                </a:lnTo>
                <a:lnTo>
                  <a:pt x="298748" y="509118"/>
                </a:lnTo>
                <a:lnTo>
                  <a:pt x="307046" y="515896"/>
                </a:lnTo>
                <a:close/>
                <a:moveTo>
                  <a:pt x="334959" y="491043"/>
                </a:moveTo>
                <a:lnTo>
                  <a:pt x="331942" y="491043"/>
                </a:lnTo>
                <a:lnTo>
                  <a:pt x="331942" y="492549"/>
                </a:lnTo>
                <a:lnTo>
                  <a:pt x="334959" y="491043"/>
                </a:lnTo>
                <a:close/>
                <a:moveTo>
                  <a:pt x="297239" y="502340"/>
                </a:moveTo>
                <a:lnTo>
                  <a:pt x="290449" y="500834"/>
                </a:lnTo>
                <a:lnTo>
                  <a:pt x="289695" y="507612"/>
                </a:lnTo>
                <a:lnTo>
                  <a:pt x="297239" y="502340"/>
                </a:lnTo>
                <a:close/>
                <a:moveTo>
                  <a:pt x="335714" y="478993"/>
                </a:moveTo>
                <a:lnTo>
                  <a:pt x="342504" y="484265"/>
                </a:lnTo>
                <a:lnTo>
                  <a:pt x="340240" y="478240"/>
                </a:lnTo>
                <a:lnTo>
                  <a:pt x="335714" y="478993"/>
                </a:lnTo>
                <a:close/>
                <a:moveTo>
                  <a:pt x="315345" y="479746"/>
                </a:moveTo>
                <a:lnTo>
                  <a:pt x="308555" y="492549"/>
                </a:lnTo>
                <a:lnTo>
                  <a:pt x="317608" y="488030"/>
                </a:lnTo>
                <a:lnTo>
                  <a:pt x="315345" y="479746"/>
                </a:lnTo>
                <a:close/>
                <a:moveTo>
                  <a:pt x="282905" y="480499"/>
                </a:moveTo>
                <a:lnTo>
                  <a:pt x="279888" y="485018"/>
                </a:lnTo>
                <a:lnTo>
                  <a:pt x="282151" y="491796"/>
                </a:lnTo>
                <a:lnTo>
                  <a:pt x="282905" y="480499"/>
                </a:lnTo>
                <a:close/>
                <a:moveTo>
                  <a:pt x="327416" y="455646"/>
                </a:moveTo>
                <a:lnTo>
                  <a:pt x="326661" y="449620"/>
                </a:lnTo>
                <a:lnTo>
                  <a:pt x="324398" y="453386"/>
                </a:lnTo>
                <a:lnTo>
                  <a:pt x="327415" y="455646"/>
                </a:lnTo>
                <a:close/>
                <a:moveTo>
                  <a:pt x="323643" y="458658"/>
                </a:moveTo>
                <a:lnTo>
                  <a:pt x="316853" y="452633"/>
                </a:lnTo>
                <a:lnTo>
                  <a:pt x="316853" y="457905"/>
                </a:lnTo>
                <a:lnTo>
                  <a:pt x="323643" y="458658"/>
                </a:lnTo>
                <a:close/>
                <a:moveTo>
                  <a:pt x="281396" y="475980"/>
                </a:moveTo>
                <a:lnTo>
                  <a:pt x="279888" y="467696"/>
                </a:lnTo>
                <a:lnTo>
                  <a:pt x="276870" y="474474"/>
                </a:lnTo>
                <a:lnTo>
                  <a:pt x="281396" y="475980"/>
                </a:lnTo>
                <a:close/>
                <a:moveTo>
                  <a:pt x="353065" y="449620"/>
                </a:moveTo>
                <a:lnTo>
                  <a:pt x="341749" y="466189"/>
                </a:lnTo>
                <a:lnTo>
                  <a:pt x="340995" y="454139"/>
                </a:lnTo>
                <a:lnTo>
                  <a:pt x="353065" y="449620"/>
                </a:lnTo>
                <a:close/>
                <a:moveTo>
                  <a:pt x="408138" y="399161"/>
                </a:moveTo>
                <a:lnTo>
                  <a:pt x="402857" y="391629"/>
                </a:lnTo>
                <a:lnTo>
                  <a:pt x="399839" y="393135"/>
                </a:lnTo>
                <a:lnTo>
                  <a:pt x="408138" y="399161"/>
                </a:lnTo>
                <a:close/>
                <a:moveTo>
                  <a:pt x="428507" y="365270"/>
                </a:moveTo>
                <a:lnTo>
                  <a:pt x="423981" y="363010"/>
                </a:lnTo>
                <a:lnTo>
                  <a:pt x="423226" y="365270"/>
                </a:lnTo>
                <a:lnTo>
                  <a:pt x="428507" y="365270"/>
                </a:lnTo>
                <a:close/>
                <a:moveTo>
                  <a:pt x="438314" y="306525"/>
                </a:moveTo>
                <a:lnTo>
                  <a:pt x="431524" y="306525"/>
                </a:lnTo>
                <a:lnTo>
                  <a:pt x="439069" y="308785"/>
                </a:lnTo>
                <a:lnTo>
                  <a:pt x="438314" y="306525"/>
                </a:lnTo>
                <a:close/>
                <a:moveTo>
                  <a:pt x="449630" y="314057"/>
                </a:moveTo>
                <a:lnTo>
                  <a:pt x="447367" y="300500"/>
                </a:lnTo>
                <a:lnTo>
                  <a:pt x="441332" y="299747"/>
                </a:lnTo>
                <a:lnTo>
                  <a:pt x="449630" y="314057"/>
                </a:lnTo>
                <a:close/>
                <a:moveTo>
                  <a:pt x="437560" y="302006"/>
                </a:moveTo>
                <a:lnTo>
                  <a:pt x="436051" y="287697"/>
                </a:lnTo>
                <a:lnTo>
                  <a:pt x="430770" y="297488"/>
                </a:lnTo>
                <a:lnTo>
                  <a:pt x="437560" y="302006"/>
                </a:lnTo>
                <a:close/>
                <a:moveTo>
                  <a:pt x="0" y="420248"/>
                </a:moveTo>
                <a:lnTo>
                  <a:pt x="109390" y="676313"/>
                </a:lnTo>
                <a:lnTo>
                  <a:pt x="110899" y="681585"/>
                </a:lnTo>
                <a:lnTo>
                  <a:pt x="158427" y="739576"/>
                </a:lnTo>
                <a:lnTo>
                  <a:pt x="158427" y="738823"/>
                </a:lnTo>
                <a:lnTo>
                  <a:pt x="165971" y="736564"/>
                </a:lnTo>
                <a:lnTo>
                  <a:pt x="167480" y="693635"/>
                </a:lnTo>
                <a:lnTo>
                  <a:pt x="179550" y="678572"/>
                </a:lnTo>
                <a:lnTo>
                  <a:pt x="187095" y="638656"/>
                </a:lnTo>
                <a:lnTo>
                  <a:pt x="180305" y="631878"/>
                </a:lnTo>
                <a:lnTo>
                  <a:pt x="193130" y="592715"/>
                </a:lnTo>
                <a:lnTo>
                  <a:pt x="236886" y="572381"/>
                </a:lnTo>
                <a:lnTo>
                  <a:pt x="265553" y="537737"/>
                </a:lnTo>
                <a:lnTo>
                  <a:pt x="276115" y="477486"/>
                </a:lnTo>
                <a:lnTo>
                  <a:pt x="322134" y="474474"/>
                </a:lnTo>
                <a:lnTo>
                  <a:pt x="316099" y="443595"/>
                </a:lnTo>
                <a:lnTo>
                  <a:pt x="373435" y="421754"/>
                </a:lnTo>
                <a:lnTo>
                  <a:pt x="377207" y="387863"/>
                </a:lnTo>
                <a:lnTo>
                  <a:pt x="390786" y="390876"/>
                </a:lnTo>
                <a:lnTo>
                  <a:pt x="428507" y="359997"/>
                </a:lnTo>
                <a:lnTo>
                  <a:pt x="445104" y="320081"/>
                </a:lnTo>
                <a:lnTo>
                  <a:pt x="406629" y="281672"/>
                </a:lnTo>
                <a:lnTo>
                  <a:pt x="365891" y="273387"/>
                </a:lnTo>
                <a:lnTo>
                  <a:pt x="350802" y="242509"/>
                </a:lnTo>
                <a:lnTo>
                  <a:pt x="350802" y="224434"/>
                </a:lnTo>
                <a:lnTo>
                  <a:pt x="325907" y="231965"/>
                </a:lnTo>
                <a:lnTo>
                  <a:pt x="297993" y="222174"/>
                </a:lnTo>
                <a:lnTo>
                  <a:pt x="297993" y="191296"/>
                </a:lnTo>
                <a:lnTo>
                  <a:pt x="222552" y="28619"/>
                </a:lnTo>
                <a:lnTo>
                  <a:pt x="167480" y="0"/>
                </a:lnTo>
                <a:lnTo>
                  <a:pt x="106372" y="51213"/>
                </a:lnTo>
                <a:lnTo>
                  <a:pt x="89775" y="48200"/>
                </a:lnTo>
                <a:lnTo>
                  <a:pt x="75441" y="21841"/>
                </a:lnTo>
                <a:lnTo>
                  <a:pt x="55827" y="29372"/>
                </a:lnTo>
                <a:lnTo>
                  <a:pt x="27914" y="167949"/>
                </a:lnTo>
                <a:lnTo>
                  <a:pt x="37721" y="213137"/>
                </a:lnTo>
                <a:lnTo>
                  <a:pt x="46019" y="305019"/>
                </a:lnTo>
                <a:lnTo>
                  <a:pt x="24141" y="375813"/>
                </a:lnTo>
                <a:lnTo>
                  <a:pt x="39230" y="387110"/>
                </a:lnTo>
                <a:lnTo>
                  <a:pt x="21124" y="421754"/>
                </a:lnTo>
                <a:lnTo>
                  <a:pt x="1509" y="418742"/>
                </a:lnTo>
                <a:lnTo>
                  <a:pt x="0" y="420248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6" name="Freeform 55">
            <a:extLst>
              <a:ext uri="{FF2B5EF4-FFF2-40B4-BE49-F238E27FC236}">
                <a16:creationId xmlns:a16="http://schemas.microsoft.com/office/drawing/2014/main" id="{4466B3F2-0B50-1908-58A9-FF68FB996FE4}"/>
              </a:ext>
            </a:extLst>
          </p:cNvPr>
          <p:cNvSpPr/>
          <p:nvPr/>
        </p:nvSpPr>
        <p:spPr>
          <a:xfrm>
            <a:off x="6462214" y="1261367"/>
            <a:ext cx="975456" cy="973800"/>
          </a:xfrm>
          <a:custGeom>
            <a:avLst/>
            <a:gdLst>
              <a:gd name="csX0" fmla="*/ 503948 w 975456"/>
              <a:gd name="csY0" fmla="*/ 451880 h 973800"/>
              <a:gd name="csX1" fmla="*/ 500176 w 975456"/>
              <a:gd name="csY1" fmla="*/ 445854 h 973800"/>
              <a:gd name="csX2" fmla="*/ 499421 w 975456"/>
              <a:gd name="csY2" fmla="*/ 453386 h 973800"/>
              <a:gd name="csX3" fmla="*/ 503948 w 975456"/>
              <a:gd name="csY3" fmla="*/ 451880 h 973800"/>
              <a:gd name="csX4" fmla="*/ 516019 w 975456"/>
              <a:gd name="csY4" fmla="*/ 438323 h 973800"/>
              <a:gd name="csX5" fmla="*/ 506966 w 975456"/>
              <a:gd name="csY5" fmla="*/ 426273 h 973800"/>
              <a:gd name="csX6" fmla="*/ 505457 w 975456"/>
              <a:gd name="csY6" fmla="*/ 431545 h 973800"/>
              <a:gd name="csX7" fmla="*/ 516019 w 975456"/>
              <a:gd name="csY7" fmla="*/ 438323 h 973800"/>
              <a:gd name="csX8" fmla="*/ 523563 w 975456"/>
              <a:gd name="csY8" fmla="*/ 384098 h 973800"/>
              <a:gd name="csX9" fmla="*/ 516019 w 975456"/>
              <a:gd name="csY9" fmla="*/ 377319 h 973800"/>
              <a:gd name="csX10" fmla="*/ 516019 w 975456"/>
              <a:gd name="csY10" fmla="*/ 378826 h 973800"/>
              <a:gd name="csX11" fmla="*/ 523563 w 975456"/>
              <a:gd name="csY11" fmla="*/ 384098 h 973800"/>
              <a:gd name="csX12" fmla="*/ 504702 w 975456"/>
              <a:gd name="csY12" fmla="*/ 973800 h 973800"/>
              <a:gd name="csX13" fmla="*/ 598250 w 975456"/>
              <a:gd name="csY13" fmla="*/ 958738 h 973800"/>
              <a:gd name="csX14" fmla="*/ 624654 w 975456"/>
              <a:gd name="csY14" fmla="*/ 953466 h 973800"/>
              <a:gd name="csX15" fmla="*/ 740079 w 975456"/>
              <a:gd name="csY15" fmla="*/ 933131 h 973800"/>
              <a:gd name="csX16" fmla="*/ 742343 w 975456"/>
              <a:gd name="csY16" fmla="*/ 942922 h 973800"/>
              <a:gd name="csX17" fmla="*/ 749887 w 975456"/>
              <a:gd name="csY17" fmla="*/ 940662 h 973800"/>
              <a:gd name="csX18" fmla="*/ 799678 w 975456"/>
              <a:gd name="csY18" fmla="*/ 930119 h 973800"/>
              <a:gd name="csX19" fmla="*/ 847206 w 975456"/>
              <a:gd name="csY19" fmla="*/ 918822 h 973800"/>
              <a:gd name="csX20" fmla="*/ 895489 w 975456"/>
              <a:gd name="csY20" fmla="*/ 906772 h 973800"/>
              <a:gd name="csX21" fmla="*/ 894734 w 975456"/>
              <a:gd name="csY21" fmla="*/ 904512 h 973800"/>
              <a:gd name="csX22" fmla="*/ 919630 w 975456"/>
              <a:gd name="csY22" fmla="*/ 855559 h 973800"/>
              <a:gd name="csX23" fmla="*/ 917366 w 975456"/>
              <a:gd name="csY23" fmla="*/ 814889 h 973800"/>
              <a:gd name="csX24" fmla="*/ 945280 w 975456"/>
              <a:gd name="csY24" fmla="*/ 744848 h 973800"/>
              <a:gd name="csX25" fmla="*/ 967158 w 975456"/>
              <a:gd name="csY25" fmla="*/ 757651 h 973800"/>
              <a:gd name="csX26" fmla="*/ 975456 w 975456"/>
              <a:gd name="csY26" fmla="*/ 741836 h 973800"/>
              <a:gd name="csX27" fmla="*/ 973193 w 975456"/>
              <a:gd name="csY27" fmla="*/ 681585 h 973800"/>
              <a:gd name="csX28" fmla="*/ 952824 w 975456"/>
              <a:gd name="csY28" fmla="*/ 643928 h 973800"/>
              <a:gd name="csX29" fmla="*/ 922647 w 975456"/>
              <a:gd name="csY29" fmla="*/ 564096 h 973800"/>
              <a:gd name="csX30" fmla="*/ 896243 w 975456"/>
              <a:gd name="csY30" fmla="*/ 534724 h 973800"/>
              <a:gd name="csX31" fmla="*/ 882663 w 975456"/>
              <a:gd name="csY31" fmla="*/ 530958 h 973800"/>
              <a:gd name="csX32" fmla="*/ 833626 w 975456"/>
              <a:gd name="csY32" fmla="*/ 564849 h 973800"/>
              <a:gd name="csX33" fmla="*/ 838907 w 975456"/>
              <a:gd name="csY33" fmla="*/ 571628 h 973800"/>
              <a:gd name="csX34" fmla="*/ 813257 w 975456"/>
              <a:gd name="csY34" fmla="*/ 619828 h 973800"/>
              <a:gd name="csX35" fmla="*/ 788362 w 975456"/>
              <a:gd name="csY35" fmla="*/ 615309 h 973800"/>
              <a:gd name="csX36" fmla="*/ 780817 w 975456"/>
              <a:gd name="csY36" fmla="*/ 564849 h 973800"/>
              <a:gd name="csX37" fmla="*/ 791379 w 975456"/>
              <a:gd name="csY37" fmla="*/ 561084 h 973800"/>
              <a:gd name="csX38" fmla="*/ 813257 w 975456"/>
              <a:gd name="csY38" fmla="*/ 510624 h 973800"/>
              <a:gd name="csX39" fmla="*/ 815520 w 975456"/>
              <a:gd name="csY39" fmla="*/ 421754 h 973800"/>
              <a:gd name="csX40" fmla="*/ 781572 w 975456"/>
              <a:gd name="csY40" fmla="*/ 346441 h 973800"/>
              <a:gd name="csX41" fmla="*/ 706130 w 975456"/>
              <a:gd name="csY41" fmla="*/ 333638 h 973800"/>
              <a:gd name="csX42" fmla="*/ 698586 w 975456"/>
              <a:gd name="csY42" fmla="*/ 322341 h 973800"/>
              <a:gd name="csX43" fmla="*/ 628426 w 975456"/>
              <a:gd name="csY43" fmla="*/ 302006 h 973800"/>
              <a:gd name="csX44" fmla="*/ 596740 w 975456"/>
              <a:gd name="csY44" fmla="*/ 341169 h 973800"/>
              <a:gd name="csX45" fmla="*/ 599759 w 975456"/>
              <a:gd name="csY45" fmla="*/ 375060 h 973800"/>
              <a:gd name="csX46" fmla="*/ 575617 w 975456"/>
              <a:gd name="csY46" fmla="*/ 405185 h 973800"/>
              <a:gd name="csX47" fmla="*/ 580898 w 975456"/>
              <a:gd name="csY47" fmla="*/ 451880 h 973800"/>
              <a:gd name="csX48" fmla="*/ 557511 w 975456"/>
              <a:gd name="csY48" fmla="*/ 468448 h 973800"/>
              <a:gd name="csX49" fmla="*/ 557511 w 975456"/>
              <a:gd name="csY49" fmla="*/ 409704 h 973800"/>
              <a:gd name="csX50" fmla="*/ 536388 w 975456"/>
              <a:gd name="csY50" fmla="*/ 454139 h 973800"/>
              <a:gd name="csX51" fmla="*/ 511492 w 975456"/>
              <a:gd name="csY51" fmla="*/ 493302 h 973800"/>
              <a:gd name="csX52" fmla="*/ 494895 w 975456"/>
              <a:gd name="csY52" fmla="*/ 506105 h 973800"/>
              <a:gd name="csX53" fmla="*/ 503193 w 975456"/>
              <a:gd name="csY53" fmla="*/ 547527 h 973800"/>
              <a:gd name="csX54" fmla="*/ 492631 w 975456"/>
              <a:gd name="csY54" fmla="*/ 590456 h 973800"/>
              <a:gd name="csX55" fmla="*/ 498667 w 975456"/>
              <a:gd name="csY55" fmla="*/ 643928 h 973800"/>
              <a:gd name="csX56" fmla="*/ 491123 w 975456"/>
              <a:gd name="csY56" fmla="*/ 670288 h 973800"/>
              <a:gd name="csX57" fmla="*/ 545440 w 975456"/>
              <a:gd name="csY57" fmla="*/ 774220 h 973800"/>
              <a:gd name="csX58" fmla="*/ 552230 w 975456"/>
              <a:gd name="csY58" fmla="*/ 814136 h 973800"/>
              <a:gd name="csX59" fmla="*/ 545440 w 975456"/>
              <a:gd name="csY59" fmla="*/ 887943 h 973800"/>
              <a:gd name="csX60" fmla="*/ 509229 w 975456"/>
              <a:gd name="csY60" fmla="*/ 970788 h 973800"/>
              <a:gd name="csX61" fmla="*/ 504702 w 975456"/>
              <a:gd name="csY61" fmla="*/ 973800 h 973800"/>
              <a:gd name="csX62" fmla="*/ 666147 w 975456"/>
              <a:gd name="csY62" fmla="*/ 295228 h 973800"/>
              <a:gd name="csX63" fmla="*/ 646532 w 975456"/>
              <a:gd name="csY63" fmla="*/ 296734 h 973800"/>
              <a:gd name="csX64" fmla="*/ 658603 w 975456"/>
              <a:gd name="csY64" fmla="*/ 305772 h 973800"/>
              <a:gd name="csX65" fmla="*/ 666147 w 975456"/>
              <a:gd name="csY65" fmla="*/ 295228 h 973800"/>
              <a:gd name="csX66" fmla="*/ 551476 w 975456"/>
              <a:gd name="csY66" fmla="*/ 314809 h 973800"/>
              <a:gd name="csX67" fmla="*/ 545441 w 975456"/>
              <a:gd name="csY67" fmla="*/ 314809 h 973800"/>
              <a:gd name="csX68" fmla="*/ 552230 w 975456"/>
              <a:gd name="csY68" fmla="*/ 317822 h 973800"/>
              <a:gd name="csX69" fmla="*/ 551476 w 975456"/>
              <a:gd name="csY69" fmla="*/ 314809 h 973800"/>
              <a:gd name="csX70" fmla="*/ 683498 w 975456"/>
              <a:gd name="csY70" fmla="*/ 219162 h 973800"/>
              <a:gd name="csX71" fmla="*/ 675955 w 975456"/>
              <a:gd name="csY71" fmla="*/ 207111 h 973800"/>
              <a:gd name="csX72" fmla="*/ 672936 w 975456"/>
              <a:gd name="csY72" fmla="*/ 207865 h 973800"/>
              <a:gd name="csX73" fmla="*/ 683498 w 975456"/>
              <a:gd name="csY73" fmla="*/ 219162 h 973800"/>
              <a:gd name="csX74" fmla="*/ 0 w 975456"/>
              <a:gd name="csY74" fmla="*/ 274140 h 973800"/>
              <a:gd name="csX75" fmla="*/ 24141 w 975456"/>
              <a:gd name="csY75" fmla="*/ 287697 h 973800"/>
              <a:gd name="csX76" fmla="*/ 147865 w 975456"/>
              <a:gd name="csY76" fmla="*/ 325353 h 973800"/>
              <a:gd name="csX77" fmla="*/ 205200 w 975456"/>
              <a:gd name="csY77" fmla="*/ 340416 h 973800"/>
              <a:gd name="csX78" fmla="*/ 261027 w 975456"/>
              <a:gd name="csY78" fmla="*/ 344182 h 973800"/>
              <a:gd name="csX79" fmla="*/ 301765 w 975456"/>
              <a:gd name="csY79" fmla="*/ 377319 h 973800"/>
              <a:gd name="csX80" fmla="*/ 301765 w 975456"/>
              <a:gd name="csY80" fmla="*/ 428532 h 973800"/>
              <a:gd name="csX81" fmla="*/ 337977 w 975456"/>
              <a:gd name="csY81" fmla="*/ 464683 h 973800"/>
              <a:gd name="csX82" fmla="*/ 337977 w 975456"/>
              <a:gd name="csY82" fmla="*/ 463929 h 973800"/>
              <a:gd name="csX83" fmla="*/ 367399 w 975456"/>
              <a:gd name="csY83" fmla="*/ 378825 h 973800"/>
              <a:gd name="csX84" fmla="*/ 402856 w 975456"/>
              <a:gd name="csY84" fmla="*/ 353972 h 973800"/>
              <a:gd name="csX85" fmla="*/ 430016 w 975456"/>
              <a:gd name="csY85" fmla="*/ 323847 h 973800"/>
              <a:gd name="csX86" fmla="*/ 434542 w 975456"/>
              <a:gd name="csY86" fmla="*/ 350959 h 973800"/>
              <a:gd name="csX87" fmla="*/ 462455 w 975456"/>
              <a:gd name="csY87" fmla="*/ 308031 h 973800"/>
              <a:gd name="csX88" fmla="*/ 529598 w 975456"/>
              <a:gd name="csY88" fmla="*/ 282424 h 973800"/>
              <a:gd name="csX89" fmla="*/ 534879 w 975456"/>
              <a:gd name="csY89" fmla="*/ 271881 h 973800"/>
              <a:gd name="csX90" fmla="*/ 602776 w 975456"/>
              <a:gd name="csY90" fmla="*/ 280165 h 973800"/>
              <a:gd name="csX91" fmla="*/ 629181 w 975456"/>
              <a:gd name="csY91" fmla="*/ 293721 h 973800"/>
              <a:gd name="csX92" fmla="*/ 642006 w 975456"/>
              <a:gd name="csY92" fmla="*/ 260584 h 973800"/>
              <a:gd name="csX93" fmla="*/ 654076 w 975456"/>
              <a:gd name="csY93" fmla="*/ 268115 h 973800"/>
              <a:gd name="csX94" fmla="*/ 706885 w 975456"/>
              <a:gd name="csY94" fmla="*/ 259830 h 973800"/>
              <a:gd name="csX95" fmla="*/ 694060 w 975456"/>
              <a:gd name="csY95" fmla="*/ 238743 h 973800"/>
              <a:gd name="csX96" fmla="*/ 670674 w 975456"/>
              <a:gd name="csY96" fmla="*/ 225186 h 973800"/>
              <a:gd name="csX97" fmla="*/ 675200 w 975456"/>
              <a:gd name="csY97" fmla="*/ 176233 h 973800"/>
              <a:gd name="csX98" fmla="*/ 629181 w 975456"/>
              <a:gd name="csY98" fmla="*/ 201839 h 973800"/>
              <a:gd name="csX99" fmla="*/ 586933 w 975456"/>
              <a:gd name="csY99" fmla="*/ 196567 h 973800"/>
              <a:gd name="csX100" fmla="*/ 573354 w 975456"/>
              <a:gd name="csY100" fmla="*/ 164183 h 973800"/>
              <a:gd name="csX101" fmla="*/ 577881 w 975456"/>
              <a:gd name="csY101" fmla="*/ 153639 h 973800"/>
              <a:gd name="csX102" fmla="*/ 520545 w 975456"/>
              <a:gd name="csY102" fmla="*/ 180751 h 973800"/>
              <a:gd name="csX103" fmla="*/ 483579 w 975456"/>
              <a:gd name="csY103" fmla="*/ 183011 h 973800"/>
              <a:gd name="csX104" fmla="*/ 417191 w 975456"/>
              <a:gd name="csY104" fmla="*/ 223680 h 973800"/>
              <a:gd name="csX105" fmla="*/ 409646 w 975456"/>
              <a:gd name="csY105" fmla="*/ 238743 h 973800"/>
              <a:gd name="csX106" fmla="*/ 368908 w 975456"/>
              <a:gd name="csY106" fmla="*/ 228952 h 973800"/>
              <a:gd name="csX107" fmla="*/ 343258 w 975456"/>
              <a:gd name="csY107" fmla="*/ 240249 h 973800"/>
              <a:gd name="csX108" fmla="*/ 291958 w 975456"/>
              <a:gd name="csY108" fmla="*/ 195814 h 973800"/>
              <a:gd name="csX109" fmla="*/ 178041 w 975456"/>
              <a:gd name="csY109" fmla="*/ 161170 h 973800"/>
              <a:gd name="csX110" fmla="*/ 175778 w 975456"/>
              <a:gd name="csY110" fmla="*/ 147614 h 973800"/>
              <a:gd name="csX111" fmla="*/ 102600 w 975456"/>
              <a:gd name="csY111" fmla="*/ 217655 h 973800"/>
              <a:gd name="csX112" fmla="*/ 61108 w 975456"/>
              <a:gd name="csY112" fmla="*/ 228199 h 973800"/>
              <a:gd name="csX113" fmla="*/ 2263 w 975456"/>
              <a:gd name="csY113" fmla="*/ 272634 h 973800"/>
              <a:gd name="csX114" fmla="*/ 0 w 975456"/>
              <a:gd name="csY114" fmla="*/ 274140 h 973800"/>
              <a:gd name="csX115" fmla="*/ 267062 w 975456"/>
              <a:gd name="csY115" fmla="*/ 103179 h 973800"/>
              <a:gd name="csX116" fmla="*/ 178796 w 975456"/>
              <a:gd name="csY116" fmla="*/ 146861 h 973800"/>
              <a:gd name="csX117" fmla="*/ 208218 w 975456"/>
              <a:gd name="csY117" fmla="*/ 175480 h 973800"/>
              <a:gd name="csX118" fmla="*/ 219534 w 975456"/>
              <a:gd name="csY118" fmla="*/ 146861 h 973800"/>
              <a:gd name="csX119" fmla="*/ 249711 w 975456"/>
              <a:gd name="csY119" fmla="*/ 109957 h 973800"/>
              <a:gd name="csX120" fmla="*/ 267062 w 975456"/>
              <a:gd name="csY120" fmla="*/ 103179 h 973800"/>
              <a:gd name="csX121" fmla="*/ 168234 w 975456"/>
              <a:gd name="csY121" fmla="*/ 0 h 973800"/>
              <a:gd name="csX122" fmla="*/ 107881 w 975456"/>
              <a:gd name="csY122" fmla="*/ 41422 h 973800"/>
              <a:gd name="csX123" fmla="*/ 104863 w 975456"/>
              <a:gd name="csY123" fmla="*/ 61757 h 973800"/>
              <a:gd name="csX124" fmla="*/ 152392 w 975456"/>
              <a:gd name="csY124" fmla="*/ 27113 h 973800"/>
              <a:gd name="csX125" fmla="*/ 168234 w 975456"/>
              <a:gd name="csY125" fmla="*/ 0 h 973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</a:cxnLst>
            <a:rect l="l" t="t" r="r" b="b"/>
            <a:pathLst>
              <a:path w="975456" h="973800">
                <a:moveTo>
                  <a:pt x="503948" y="451880"/>
                </a:moveTo>
                <a:lnTo>
                  <a:pt x="500176" y="445854"/>
                </a:lnTo>
                <a:lnTo>
                  <a:pt x="499421" y="453386"/>
                </a:lnTo>
                <a:lnTo>
                  <a:pt x="503948" y="451880"/>
                </a:lnTo>
                <a:close/>
                <a:moveTo>
                  <a:pt x="516019" y="438323"/>
                </a:moveTo>
                <a:lnTo>
                  <a:pt x="506966" y="426273"/>
                </a:lnTo>
                <a:lnTo>
                  <a:pt x="505457" y="431545"/>
                </a:lnTo>
                <a:lnTo>
                  <a:pt x="516019" y="438323"/>
                </a:lnTo>
                <a:close/>
                <a:moveTo>
                  <a:pt x="523563" y="384098"/>
                </a:moveTo>
                <a:lnTo>
                  <a:pt x="516019" y="377319"/>
                </a:lnTo>
                <a:lnTo>
                  <a:pt x="516019" y="378826"/>
                </a:lnTo>
                <a:lnTo>
                  <a:pt x="523563" y="384098"/>
                </a:lnTo>
                <a:close/>
                <a:moveTo>
                  <a:pt x="504702" y="973800"/>
                </a:moveTo>
                <a:lnTo>
                  <a:pt x="598250" y="958738"/>
                </a:lnTo>
                <a:lnTo>
                  <a:pt x="624654" y="953466"/>
                </a:lnTo>
                <a:lnTo>
                  <a:pt x="740079" y="933131"/>
                </a:lnTo>
                <a:lnTo>
                  <a:pt x="742343" y="942922"/>
                </a:lnTo>
                <a:lnTo>
                  <a:pt x="749887" y="940662"/>
                </a:lnTo>
                <a:lnTo>
                  <a:pt x="799678" y="930119"/>
                </a:lnTo>
                <a:lnTo>
                  <a:pt x="847206" y="918822"/>
                </a:lnTo>
                <a:lnTo>
                  <a:pt x="895489" y="906772"/>
                </a:lnTo>
                <a:lnTo>
                  <a:pt x="894734" y="904512"/>
                </a:lnTo>
                <a:lnTo>
                  <a:pt x="919630" y="855559"/>
                </a:lnTo>
                <a:lnTo>
                  <a:pt x="917366" y="814889"/>
                </a:lnTo>
                <a:lnTo>
                  <a:pt x="945280" y="744848"/>
                </a:lnTo>
                <a:lnTo>
                  <a:pt x="967158" y="757651"/>
                </a:lnTo>
                <a:lnTo>
                  <a:pt x="975456" y="741836"/>
                </a:lnTo>
                <a:lnTo>
                  <a:pt x="973193" y="681585"/>
                </a:lnTo>
                <a:lnTo>
                  <a:pt x="952824" y="643928"/>
                </a:lnTo>
                <a:lnTo>
                  <a:pt x="922647" y="564096"/>
                </a:lnTo>
                <a:lnTo>
                  <a:pt x="896243" y="534724"/>
                </a:lnTo>
                <a:lnTo>
                  <a:pt x="882663" y="530958"/>
                </a:lnTo>
                <a:lnTo>
                  <a:pt x="833626" y="564849"/>
                </a:lnTo>
                <a:lnTo>
                  <a:pt x="838907" y="571628"/>
                </a:lnTo>
                <a:lnTo>
                  <a:pt x="813257" y="619828"/>
                </a:lnTo>
                <a:lnTo>
                  <a:pt x="788362" y="615309"/>
                </a:lnTo>
                <a:lnTo>
                  <a:pt x="780817" y="564849"/>
                </a:lnTo>
                <a:lnTo>
                  <a:pt x="791379" y="561084"/>
                </a:lnTo>
                <a:lnTo>
                  <a:pt x="813257" y="510624"/>
                </a:lnTo>
                <a:lnTo>
                  <a:pt x="815520" y="421754"/>
                </a:lnTo>
                <a:lnTo>
                  <a:pt x="781572" y="346441"/>
                </a:lnTo>
                <a:lnTo>
                  <a:pt x="706130" y="333638"/>
                </a:lnTo>
                <a:lnTo>
                  <a:pt x="698586" y="322341"/>
                </a:lnTo>
                <a:lnTo>
                  <a:pt x="628426" y="302006"/>
                </a:lnTo>
                <a:lnTo>
                  <a:pt x="596740" y="341169"/>
                </a:lnTo>
                <a:lnTo>
                  <a:pt x="599759" y="375060"/>
                </a:lnTo>
                <a:lnTo>
                  <a:pt x="575617" y="405185"/>
                </a:lnTo>
                <a:lnTo>
                  <a:pt x="580898" y="451880"/>
                </a:lnTo>
                <a:lnTo>
                  <a:pt x="557511" y="468448"/>
                </a:lnTo>
                <a:lnTo>
                  <a:pt x="557511" y="409704"/>
                </a:lnTo>
                <a:lnTo>
                  <a:pt x="536388" y="454139"/>
                </a:lnTo>
                <a:lnTo>
                  <a:pt x="511492" y="493302"/>
                </a:lnTo>
                <a:lnTo>
                  <a:pt x="494895" y="506105"/>
                </a:lnTo>
                <a:lnTo>
                  <a:pt x="503193" y="547527"/>
                </a:lnTo>
                <a:lnTo>
                  <a:pt x="492631" y="590456"/>
                </a:lnTo>
                <a:lnTo>
                  <a:pt x="498667" y="643928"/>
                </a:lnTo>
                <a:lnTo>
                  <a:pt x="491123" y="670288"/>
                </a:lnTo>
                <a:lnTo>
                  <a:pt x="545440" y="774220"/>
                </a:lnTo>
                <a:lnTo>
                  <a:pt x="552230" y="814136"/>
                </a:lnTo>
                <a:lnTo>
                  <a:pt x="545440" y="887943"/>
                </a:lnTo>
                <a:lnTo>
                  <a:pt x="509229" y="970788"/>
                </a:lnTo>
                <a:lnTo>
                  <a:pt x="504702" y="973800"/>
                </a:lnTo>
                <a:close/>
                <a:moveTo>
                  <a:pt x="666147" y="295228"/>
                </a:moveTo>
                <a:lnTo>
                  <a:pt x="646532" y="296734"/>
                </a:lnTo>
                <a:lnTo>
                  <a:pt x="658603" y="305772"/>
                </a:lnTo>
                <a:lnTo>
                  <a:pt x="666147" y="295228"/>
                </a:lnTo>
                <a:close/>
                <a:moveTo>
                  <a:pt x="551476" y="314809"/>
                </a:moveTo>
                <a:lnTo>
                  <a:pt x="545441" y="314809"/>
                </a:lnTo>
                <a:lnTo>
                  <a:pt x="552230" y="317822"/>
                </a:lnTo>
                <a:lnTo>
                  <a:pt x="551476" y="314809"/>
                </a:lnTo>
                <a:close/>
                <a:moveTo>
                  <a:pt x="683498" y="219162"/>
                </a:moveTo>
                <a:lnTo>
                  <a:pt x="675955" y="207111"/>
                </a:lnTo>
                <a:lnTo>
                  <a:pt x="672936" y="207865"/>
                </a:lnTo>
                <a:lnTo>
                  <a:pt x="683498" y="219162"/>
                </a:lnTo>
                <a:close/>
                <a:moveTo>
                  <a:pt x="0" y="274140"/>
                </a:moveTo>
                <a:lnTo>
                  <a:pt x="24141" y="287697"/>
                </a:lnTo>
                <a:lnTo>
                  <a:pt x="147865" y="325353"/>
                </a:lnTo>
                <a:lnTo>
                  <a:pt x="205200" y="340416"/>
                </a:lnTo>
                <a:lnTo>
                  <a:pt x="261027" y="344182"/>
                </a:lnTo>
                <a:lnTo>
                  <a:pt x="301765" y="377319"/>
                </a:lnTo>
                <a:lnTo>
                  <a:pt x="301765" y="428532"/>
                </a:lnTo>
                <a:lnTo>
                  <a:pt x="337977" y="464683"/>
                </a:lnTo>
                <a:lnTo>
                  <a:pt x="337977" y="463929"/>
                </a:lnTo>
                <a:lnTo>
                  <a:pt x="367399" y="378825"/>
                </a:lnTo>
                <a:lnTo>
                  <a:pt x="402856" y="353972"/>
                </a:lnTo>
                <a:lnTo>
                  <a:pt x="430016" y="323847"/>
                </a:lnTo>
                <a:lnTo>
                  <a:pt x="434542" y="350959"/>
                </a:lnTo>
                <a:lnTo>
                  <a:pt x="462455" y="308031"/>
                </a:lnTo>
                <a:lnTo>
                  <a:pt x="529598" y="282424"/>
                </a:lnTo>
                <a:lnTo>
                  <a:pt x="534879" y="271881"/>
                </a:lnTo>
                <a:lnTo>
                  <a:pt x="602776" y="280165"/>
                </a:lnTo>
                <a:lnTo>
                  <a:pt x="629181" y="293721"/>
                </a:lnTo>
                <a:lnTo>
                  <a:pt x="642006" y="260584"/>
                </a:lnTo>
                <a:lnTo>
                  <a:pt x="654076" y="268115"/>
                </a:lnTo>
                <a:lnTo>
                  <a:pt x="706885" y="259830"/>
                </a:lnTo>
                <a:lnTo>
                  <a:pt x="694060" y="238743"/>
                </a:lnTo>
                <a:lnTo>
                  <a:pt x="670674" y="225186"/>
                </a:lnTo>
                <a:lnTo>
                  <a:pt x="675200" y="176233"/>
                </a:lnTo>
                <a:lnTo>
                  <a:pt x="629181" y="201839"/>
                </a:lnTo>
                <a:lnTo>
                  <a:pt x="586933" y="196567"/>
                </a:lnTo>
                <a:lnTo>
                  <a:pt x="573354" y="164183"/>
                </a:lnTo>
                <a:lnTo>
                  <a:pt x="577881" y="153639"/>
                </a:lnTo>
                <a:lnTo>
                  <a:pt x="520545" y="180751"/>
                </a:lnTo>
                <a:lnTo>
                  <a:pt x="483579" y="183011"/>
                </a:lnTo>
                <a:lnTo>
                  <a:pt x="417191" y="223680"/>
                </a:lnTo>
                <a:lnTo>
                  <a:pt x="409646" y="238743"/>
                </a:lnTo>
                <a:lnTo>
                  <a:pt x="368908" y="228952"/>
                </a:lnTo>
                <a:lnTo>
                  <a:pt x="343258" y="240249"/>
                </a:lnTo>
                <a:lnTo>
                  <a:pt x="291958" y="195814"/>
                </a:lnTo>
                <a:lnTo>
                  <a:pt x="178041" y="161170"/>
                </a:lnTo>
                <a:lnTo>
                  <a:pt x="175778" y="147614"/>
                </a:lnTo>
                <a:lnTo>
                  <a:pt x="102600" y="217655"/>
                </a:lnTo>
                <a:lnTo>
                  <a:pt x="61108" y="228199"/>
                </a:lnTo>
                <a:lnTo>
                  <a:pt x="2263" y="272634"/>
                </a:lnTo>
                <a:lnTo>
                  <a:pt x="0" y="274140"/>
                </a:lnTo>
                <a:close/>
                <a:moveTo>
                  <a:pt x="267062" y="103179"/>
                </a:moveTo>
                <a:lnTo>
                  <a:pt x="178796" y="146861"/>
                </a:lnTo>
                <a:lnTo>
                  <a:pt x="208218" y="175480"/>
                </a:lnTo>
                <a:lnTo>
                  <a:pt x="219534" y="146861"/>
                </a:lnTo>
                <a:lnTo>
                  <a:pt x="249711" y="109957"/>
                </a:lnTo>
                <a:lnTo>
                  <a:pt x="267062" y="103179"/>
                </a:lnTo>
                <a:close/>
                <a:moveTo>
                  <a:pt x="168234" y="0"/>
                </a:moveTo>
                <a:lnTo>
                  <a:pt x="107881" y="41422"/>
                </a:lnTo>
                <a:lnTo>
                  <a:pt x="104863" y="61757"/>
                </a:lnTo>
                <a:lnTo>
                  <a:pt x="152392" y="27113"/>
                </a:lnTo>
                <a:lnTo>
                  <a:pt x="168234" y="0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57" name="Freeform 56">
            <a:extLst>
              <a:ext uri="{FF2B5EF4-FFF2-40B4-BE49-F238E27FC236}">
                <a16:creationId xmlns:a16="http://schemas.microsoft.com/office/drawing/2014/main" id="{3FD76CDD-C16E-E4C0-5334-FD4F61EFBCCB}"/>
              </a:ext>
            </a:extLst>
          </p:cNvPr>
          <p:cNvSpPr/>
          <p:nvPr/>
        </p:nvSpPr>
        <p:spPr>
          <a:xfrm>
            <a:off x="1515525" y="4083354"/>
            <a:ext cx="2213448" cy="840497"/>
          </a:xfrm>
          <a:custGeom>
            <a:avLst/>
            <a:gdLst>
              <a:gd name="csX0" fmla="*/ 642006 w 2213448"/>
              <a:gd name="csY0" fmla="*/ 770456 h 840497"/>
              <a:gd name="csX1" fmla="*/ 638234 w 2213448"/>
              <a:gd name="csY1" fmla="*/ 771962 h 840497"/>
              <a:gd name="csX2" fmla="*/ 641251 w 2213448"/>
              <a:gd name="csY2" fmla="*/ 772715 h 840497"/>
              <a:gd name="csX3" fmla="*/ 642006 w 2213448"/>
              <a:gd name="csY3" fmla="*/ 770456 h 840497"/>
              <a:gd name="csX4" fmla="*/ 669919 w 2213448"/>
              <a:gd name="csY4" fmla="*/ 774974 h 840497"/>
              <a:gd name="csX5" fmla="*/ 669919 w 2213448"/>
              <a:gd name="csY5" fmla="*/ 774974 h 840497"/>
              <a:gd name="csX6" fmla="*/ 669919 w 2213448"/>
              <a:gd name="csY6" fmla="*/ 775728 h 840497"/>
              <a:gd name="csX7" fmla="*/ 669919 w 2213448"/>
              <a:gd name="csY7" fmla="*/ 774974 h 840497"/>
              <a:gd name="csX8" fmla="*/ 656340 w 2213448"/>
              <a:gd name="csY8" fmla="*/ 762171 h 840497"/>
              <a:gd name="csX9" fmla="*/ 656340 w 2213448"/>
              <a:gd name="csY9" fmla="*/ 764431 h 840497"/>
              <a:gd name="csX10" fmla="*/ 657849 w 2213448"/>
              <a:gd name="csY10" fmla="*/ 763677 h 840497"/>
              <a:gd name="csX11" fmla="*/ 656340 w 2213448"/>
              <a:gd name="csY11" fmla="*/ 762171 h 840497"/>
              <a:gd name="csX12" fmla="*/ 649550 w 2213448"/>
              <a:gd name="csY12" fmla="*/ 758406 h 840497"/>
              <a:gd name="csX13" fmla="*/ 649550 w 2213448"/>
              <a:gd name="csY13" fmla="*/ 757652 h 840497"/>
              <a:gd name="csX14" fmla="*/ 649550 w 2213448"/>
              <a:gd name="csY14" fmla="*/ 757652 h 840497"/>
              <a:gd name="csX15" fmla="*/ 649550 w 2213448"/>
              <a:gd name="csY15" fmla="*/ 758406 h 840497"/>
              <a:gd name="csX16" fmla="*/ 663884 w 2213448"/>
              <a:gd name="csY16" fmla="*/ 765937 h 840497"/>
              <a:gd name="csX17" fmla="*/ 663884 w 2213448"/>
              <a:gd name="csY17" fmla="*/ 764431 h 840497"/>
              <a:gd name="csX18" fmla="*/ 663129 w 2213448"/>
              <a:gd name="csY18" fmla="*/ 765184 h 840497"/>
              <a:gd name="csX19" fmla="*/ 663884 w 2213448"/>
              <a:gd name="csY19" fmla="*/ 765937 h 840497"/>
              <a:gd name="csX20" fmla="*/ 662375 w 2213448"/>
              <a:gd name="csY20" fmla="*/ 764431 h 840497"/>
              <a:gd name="csX21" fmla="*/ 662375 w 2213448"/>
              <a:gd name="csY21" fmla="*/ 763677 h 840497"/>
              <a:gd name="csX22" fmla="*/ 660866 w 2213448"/>
              <a:gd name="csY22" fmla="*/ 763677 h 840497"/>
              <a:gd name="csX23" fmla="*/ 662375 w 2213448"/>
              <a:gd name="csY23" fmla="*/ 764431 h 840497"/>
              <a:gd name="csX24" fmla="*/ 73933 w 2213448"/>
              <a:gd name="csY24" fmla="*/ 269623 h 840497"/>
              <a:gd name="csX25" fmla="*/ 73178 w 2213448"/>
              <a:gd name="csY25" fmla="*/ 274895 h 840497"/>
              <a:gd name="csX26" fmla="*/ 74687 w 2213448"/>
              <a:gd name="csY26" fmla="*/ 289957 h 840497"/>
              <a:gd name="csX27" fmla="*/ 73933 w 2213448"/>
              <a:gd name="csY27" fmla="*/ 269623 h 840497"/>
              <a:gd name="csX28" fmla="*/ 70160 w 2213448"/>
              <a:gd name="csY28" fmla="*/ 249288 h 840497"/>
              <a:gd name="csX29" fmla="*/ 70915 w 2213448"/>
              <a:gd name="csY29" fmla="*/ 256066 h 840497"/>
              <a:gd name="csX30" fmla="*/ 71669 w 2213448"/>
              <a:gd name="csY30" fmla="*/ 253807 h 840497"/>
              <a:gd name="csX31" fmla="*/ 70160 w 2213448"/>
              <a:gd name="csY31" fmla="*/ 249288 h 840497"/>
              <a:gd name="csX32" fmla="*/ 662375 w 2213448"/>
              <a:gd name="csY32" fmla="*/ 755393 h 840497"/>
              <a:gd name="csX33" fmla="*/ 663130 w 2213448"/>
              <a:gd name="csY33" fmla="*/ 750874 h 840497"/>
              <a:gd name="csX34" fmla="*/ 660112 w 2213448"/>
              <a:gd name="csY34" fmla="*/ 752381 h 840497"/>
              <a:gd name="csX35" fmla="*/ 662375 w 2213448"/>
              <a:gd name="csY35" fmla="*/ 755393 h 840497"/>
              <a:gd name="csX36" fmla="*/ 748378 w 2213448"/>
              <a:gd name="csY36" fmla="*/ 792297 h 840497"/>
              <a:gd name="csX37" fmla="*/ 747623 w 2213448"/>
              <a:gd name="csY37" fmla="*/ 791543 h 840497"/>
              <a:gd name="csX38" fmla="*/ 749132 w 2213448"/>
              <a:gd name="csY38" fmla="*/ 794556 h 840497"/>
              <a:gd name="csX39" fmla="*/ 748378 w 2213448"/>
              <a:gd name="csY39" fmla="*/ 792296 h 840497"/>
              <a:gd name="csX40" fmla="*/ 692552 w 2213448"/>
              <a:gd name="csY40" fmla="*/ 765937 h 840497"/>
              <a:gd name="csX41" fmla="*/ 684253 w 2213448"/>
              <a:gd name="csY41" fmla="*/ 758406 h 840497"/>
              <a:gd name="csX42" fmla="*/ 684253 w 2213448"/>
              <a:gd name="csY42" fmla="*/ 776481 h 840497"/>
              <a:gd name="csX43" fmla="*/ 692552 w 2213448"/>
              <a:gd name="csY43" fmla="*/ 765937 h 840497"/>
              <a:gd name="csX44" fmla="*/ 711412 w 2213448"/>
              <a:gd name="csY44" fmla="*/ 782506 h 840497"/>
              <a:gd name="csX45" fmla="*/ 710657 w 2213448"/>
              <a:gd name="csY45" fmla="*/ 777234 h 840497"/>
              <a:gd name="csX46" fmla="*/ 697832 w 2213448"/>
              <a:gd name="csY46" fmla="*/ 776480 h 840497"/>
              <a:gd name="csX47" fmla="*/ 711412 w 2213448"/>
              <a:gd name="csY47" fmla="*/ 782506 h 840497"/>
              <a:gd name="csX48" fmla="*/ 756677 w 2213448"/>
              <a:gd name="csY48" fmla="*/ 793050 h 840497"/>
              <a:gd name="csX49" fmla="*/ 755922 w 2213448"/>
              <a:gd name="csY49" fmla="*/ 794556 h 840497"/>
              <a:gd name="csX50" fmla="*/ 757431 w 2213448"/>
              <a:gd name="csY50" fmla="*/ 794556 h 840497"/>
              <a:gd name="csX51" fmla="*/ 756676 w 2213448"/>
              <a:gd name="csY51" fmla="*/ 793050 h 840497"/>
              <a:gd name="csX52" fmla="*/ 759694 w 2213448"/>
              <a:gd name="csY52" fmla="*/ 793803 h 840497"/>
              <a:gd name="csX53" fmla="*/ 758185 w 2213448"/>
              <a:gd name="csY53" fmla="*/ 793803 h 840497"/>
              <a:gd name="csX54" fmla="*/ 761203 w 2213448"/>
              <a:gd name="csY54" fmla="*/ 794557 h 840497"/>
              <a:gd name="csX55" fmla="*/ 759694 w 2213448"/>
              <a:gd name="csY55" fmla="*/ 793803 h 840497"/>
              <a:gd name="csX56" fmla="*/ 768747 w 2213448"/>
              <a:gd name="csY56" fmla="*/ 796816 h 840497"/>
              <a:gd name="csX57" fmla="*/ 767993 w 2213448"/>
              <a:gd name="csY57" fmla="*/ 796816 h 840497"/>
              <a:gd name="csX58" fmla="*/ 767238 w 2213448"/>
              <a:gd name="csY58" fmla="*/ 796816 h 840497"/>
              <a:gd name="csX59" fmla="*/ 768747 w 2213448"/>
              <a:gd name="csY59" fmla="*/ 796816 h 840497"/>
              <a:gd name="csX60" fmla="*/ 102600 w 2213448"/>
              <a:gd name="csY60" fmla="*/ 286192 h 840497"/>
              <a:gd name="csX61" fmla="*/ 105618 w 2213448"/>
              <a:gd name="csY61" fmla="*/ 286945 h 840497"/>
              <a:gd name="csX62" fmla="*/ 107881 w 2213448"/>
              <a:gd name="csY62" fmla="*/ 286192 h 840497"/>
              <a:gd name="csX63" fmla="*/ 102600 w 2213448"/>
              <a:gd name="csY63" fmla="*/ 286192 h 840497"/>
              <a:gd name="csX64" fmla="*/ 752150 w 2213448"/>
              <a:gd name="csY64" fmla="*/ 786272 h 840497"/>
              <a:gd name="csX65" fmla="*/ 746115 w 2213448"/>
              <a:gd name="csY65" fmla="*/ 785518 h 840497"/>
              <a:gd name="csX66" fmla="*/ 748378 w 2213448"/>
              <a:gd name="csY66" fmla="*/ 787778 h 840497"/>
              <a:gd name="csX67" fmla="*/ 752150 w 2213448"/>
              <a:gd name="csY67" fmla="*/ 786272 h 840497"/>
              <a:gd name="csX68" fmla="*/ 61862 w 2213448"/>
              <a:gd name="csY68" fmla="*/ 227448 h 840497"/>
              <a:gd name="csX69" fmla="*/ 51300 w 2213448"/>
              <a:gd name="csY69" fmla="*/ 222929 h 840497"/>
              <a:gd name="csX70" fmla="*/ 50546 w 2213448"/>
              <a:gd name="csY70" fmla="*/ 225188 h 840497"/>
              <a:gd name="csX71" fmla="*/ 61862 w 2213448"/>
              <a:gd name="csY71" fmla="*/ 227448 h 840497"/>
              <a:gd name="csX72" fmla="*/ 771010 w 2213448"/>
              <a:gd name="csY72" fmla="*/ 787778 h 840497"/>
              <a:gd name="csX73" fmla="*/ 769502 w 2213448"/>
              <a:gd name="csY73" fmla="*/ 787025 h 840497"/>
              <a:gd name="csX74" fmla="*/ 769502 w 2213448"/>
              <a:gd name="csY74" fmla="*/ 787778 h 840497"/>
              <a:gd name="csX75" fmla="*/ 771010 w 2213448"/>
              <a:gd name="csY75" fmla="*/ 787778 h 840497"/>
              <a:gd name="csX76" fmla="*/ 817030 w 2213448"/>
              <a:gd name="csY76" fmla="*/ 796816 h 840497"/>
              <a:gd name="csX77" fmla="*/ 787608 w 2213448"/>
              <a:gd name="csY77" fmla="*/ 799075 h 840497"/>
              <a:gd name="csX78" fmla="*/ 780818 w 2213448"/>
              <a:gd name="csY78" fmla="*/ 802088 h 840497"/>
              <a:gd name="csX79" fmla="*/ 817030 w 2213448"/>
              <a:gd name="csY79" fmla="*/ 796816 h 840497"/>
              <a:gd name="csX80" fmla="*/ 8299 w 2213448"/>
              <a:gd name="csY80" fmla="*/ 109206 h 840497"/>
              <a:gd name="csX81" fmla="*/ 0 w 2213448"/>
              <a:gd name="csY81" fmla="*/ 109206 h 840497"/>
              <a:gd name="csX82" fmla="*/ 1509 w 2213448"/>
              <a:gd name="csY82" fmla="*/ 111465 h 840497"/>
              <a:gd name="csX83" fmla="*/ 8299 w 2213448"/>
              <a:gd name="csY83" fmla="*/ 109206 h 840497"/>
              <a:gd name="csX84" fmla="*/ 908314 w 2213448"/>
              <a:gd name="csY84" fmla="*/ 831460 h 840497"/>
              <a:gd name="csX85" fmla="*/ 908314 w 2213448"/>
              <a:gd name="csY85" fmla="*/ 828447 h 840497"/>
              <a:gd name="csX86" fmla="*/ 906805 w 2213448"/>
              <a:gd name="csY86" fmla="*/ 828447 h 840497"/>
              <a:gd name="csX87" fmla="*/ 908314 w 2213448"/>
              <a:gd name="csY87" fmla="*/ 831460 h 840497"/>
              <a:gd name="csX88" fmla="*/ 947543 w 2213448"/>
              <a:gd name="csY88" fmla="*/ 832213 h 840497"/>
              <a:gd name="csX89" fmla="*/ 949052 w 2213448"/>
              <a:gd name="csY89" fmla="*/ 830707 h 840497"/>
              <a:gd name="csX90" fmla="*/ 947543 w 2213448"/>
              <a:gd name="csY90" fmla="*/ 829201 h 840497"/>
              <a:gd name="csX91" fmla="*/ 947543 w 2213448"/>
              <a:gd name="csY91" fmla="*/ 832213 h 840497"/>
              <a:gd name="csX92" fmla="*/ 976965 w 2213448"/>
              <a:gd name="csY92" fmla="*/ 840498 h 840497"/>
              <a:gd name="csX93" fmla="*/ 978474 w 2213448"/>
              <a:gd name="csY93" fmla="*/ 839744 h 840497"/>
              <a:gd name="csX94" fmla="*/ 977720 w 2213448"/>
              <a:gd name="csY94" fmla="*/ 839744 h 840497"/>
              <a:gd name="csX95" fmla="*/ 976965 w 2213448"/>
              <a:gd name="csY95" fmla="*/ 840498 h 840497"/>
              <a:gd name="csX96" fmla="*/ 952824 w 2213448"/>
              <a:gd name="csY96" fmla="*/ 826941 h 840497"/>
              <a:gd name="csX97" fmla="*/ 952070 w 2213448"/>
              <a:gd name="csY97" fmla="*/ 823929 h 840497"/>
              <a:gd name="csX98" fmla="*/ 950561 w 2213448"/>
              <a:gd name="csY98" fmla="*/ 823929 h 840497"/>
              <a:gd name="csX99" fmla="*/ 952824 w 2213448"/>
              <a:gd name="csY99" fmla="*/ 826941 h 840497"/>
              <a:gd name="csX100" fmla="*/ 1003370 w 2213448"/>
              <a:gd name="csY100" fmla="*/ 838238 h 840497"/>
              <a:gd name="csX101" fmla="*/ 1002615 w 2213448"/>
              <a:gd name="csY101" fmla="*/ 838992 h 840497"/>
              <a:gd name="csX102" fmla="*/ 1003370 w 2213448"/>
              <a:gd name="csY102" fmla="*/ 838992 h 840497"/>
              <a:gd name="csX103" fmla="*/ 1003370 w 2213448"/>
              <a:gd name="csY103" fmla="*/ 838238 h 840497"/>
              <a:gd name="csX104" fmla="*/ 12825 w 2213448"/>
              <a:gd name="csY104" fmla="*/ 70796 h 840497"/>
              <a:gd name="csX105" fmla="*/ 1509 w 2213448"/>
              <a:gd name="csY105" fmla="*/ 72303 h 840497"/>
              <a:gd name="csX106" fmla="*/ 15843 w 2213448"/>
              <a:gd name="csY106" fmla="*/ 85106 h 840497"/>
              <a:gd name="csX107" fmla="*/ 12825 w 2213448"/>
              <a:gd name="csY107" fmla="*/ 70796 h 840497"/>
              <a:gd name="csX108" fmla="*/ 963386 w 2213448"/>
              <a:gd name="csY108" fmla="*/ 826941 h 840497"/>
              <a:gd name="csX109" fmla="*/ 964895 w 2213448"/>
              <a:gd name="csY109" fmla="*/ 822422 h 840497"/>
              <a:gd name="csX110" fmla="*/ 964140 w 2213448"/>
              <a:gd name="csY110" fmla="*/ 822422 h 840497"/>
              <a:gd name="csX111" fmla="*/ 963385 w 2213448"/>
              <a:gd name="csY111" fmla="*/ 826941 h 840497"/>
              <a:gd name="csX112" fmla="*/ 1090882 w 2213448"/>
              <a:gd name="csY112" fmla="*/ 815644 h 840497"/>
              <a:gd name="csX113" fmla="*/ 1091637 w 2213448"/>
              <a:gd name="csY113" fmla="*/ 814138 h 840497"/>
              <a:gd name="csX114" fmla="*/ 1090128 w 2213448"/>
              <a:gd name="csY114" fmla="*/ 813384 h 840497"/>
              <a:gd name="csX115" fmla="*/ 1090882 w 2213448"/>
              <a:gd name="csY115" fmla="*/ 815644 h 840497"/>
              <a:gd name="csX116" fmla="*/ 1072021 w 2213448"/>
              <a:gd name="csY116" fmla="*/ 808866 h 840497"/>
              <a:gd name="csX117" fmla="*/ 1045617 w 2213448"/>
              <a:gd name="csY117" fmla="*/ 832213 h 840497"/>
              <a:gd name="csX118" fmla="*/ 1064477 w 2213448"/>
              <a:gd name="csY118" fmla="*/ 830707 h 840497"/>
              <a:gd name="csX119" fmla="*/ 1086355 w 2213448"/>
              <a:gd name="csY119" fmla="*/ 813385 h 840497"/>
              <a:gd name="csX120" fmla="*/ 1072021 w 2213448"/>
              <a:gd name="csY120" fmla="*/ 808866 h 840497"/>
              <a:gd name="csX121" fmla="*/ 1119550 w 2213448"/>
              <a:gd name="csY121" fmla="*/ 817150 h 840497"/>
              <a:gd name="csX122" fmla="*/ 1114269 w 2213448"/>
              <a:gd name="csY122" fmla="*/ 815644 h 840497"/>
              <a:gd name="csX123" fmla="*/ 1118041 w 2213448"/>
              <a:gd name="csY123" fmla="*/ 818657 h 840497"/>
              <a:gd name="csX124" fmla="*/ 1119550 w 2213448"/>
              <a:gd name="csY124" fmla="*/ 817150 h 840497"/>
              <a:gd name="csX125" fmla="*/ 1130111 w 2213448"/>
              <a:gd name="csY125" fmla="*/ 817904 h 840497"/>
              <a:gd name="csX126" fmla="*/ 1121813 w 2213448"/>
              <a:gd name="csY126" fmla="*/ 815645 h 840497"/>
              <a:gd name="csX127" fmla="*/ 1120304 w 2213448"/>
              <a:gd name="csY127" fmla="*/ 816398 h 840497"/>
              <a:gd name="csX128" fmla="*/ 1130111 w 2213448"/>
              <a:gd name="csY128" fmla="*/ 817904 h 840497"/>
              <a:gd name="csX129" fmla="*/ 1101444 w 2213448"/>
              <a:gd name="csY129" fmla="*/ 807360 h 840497"/>
              <a:gd name="csX130" fmla="*/ 1093145 w 2213448"/>
              <a:gd name="csY130" fmla="*/ 807360 h 840497"/>
              <a:gd name="csX131" fmla="*/ 1107479 w 2213448"/>
              <a:gd name="csY131" fmla="*/ 811126 h 840497"/>
              <a:gd name="csX132" fmla="*/ 1101444 w 2213448"/>
              <a:gd name="csY132" fmla="*/ 807360 h 840497"/>
              <a:gd name="csX133" fmla="*/ 1136147 w 2213448"/>
              <a:gd name="csY133" fmla="*/ 814891 h 840497"/>
              <a:gd name="csX134" fmla="*/ 1135392 w 2213448"/>
              <a:gd name="csY134" fmla="*/ 813385 h 840497"/>
              <a:gd name="csX135" fmla="*/ 1132374 w 2213448"/>
              <a:gd name="csY135" fmla="*/ 814139 h 840497"/>
              <a:gd name="csX136" fmla="*/ 1136146 w 2213448"/>
              <a:gd name="csY136" fmla="*/ 814892 h 840497"/>
              <a:gd name="csX137" fmla="*/ 1113514 w 2213448"/>
              <a:gd name="csY137" fmla="*/ 805854 h 840497"/>
              <a:gd name="csX138" fmla="*/ 1110497 w 2213448"/>
              <a:gd name="csY138" fmla="*/ 804348 h 840497"/>
              <a:gd name="csX139" fmla="*/ 1110497 w 2213448"/>
              <a:gd name="csY139" fmla="*/ 812632 h 840497"/>
              <a:gd name="csX140" fmla="*/ 1113514 w 2213448"/>
              <a:gd name="csY140" fmla="*/ 805854 h 840497"/>
              <a:gd name="csX141" fmla="*/ 1210079 w 2213448"/>
              <a:gd name="csY141" fmla="*/ 824682 h 840497"/>
              <a:gd name="csX142" fmla="*/ 1209324 w 2213448"/>
              <a:gd name="csY142" fmla="*/ 823929 h 840497"/>
              <a:gd name="csX143" fmla="*/ 1207816 w 2213448"/>
              <a:gd name="csY143" fmla="*/ 823929 h 840497"/>
              <a:gd name="csX144" fmla="*/ 1210079 w 2213448"/>
              <a:gd name="csY144" fmla="*/ 824682 h 840497"/>
              <a:gd name="csX145" fmla="*/ 1211588 w 2213448"/>
              <a:gd name="csY145" fmla="*/ 823929 h 840497"/>
              <a:gd name="csX146" fmla="*/ 1211588 w 2213448"/>
              <a:gd name="csY146" fmla="*/ 823175 h 840497"/>
              <a:gd name="csX147" fmla="*/ 1210079 w 2213448"/>
              <a:gd name="csY147" fmla="*/ 822422 h 840497"/>
              <a:gd name="csX148" fmla="*/ 1211588 w 2213448"/>
              <a:gd name="csY148" fmla="*/ 823928 h 840497"/>
              <a:gd name="csX149" fmla="*/ 1198763 w 2213448"/>
              <a:gd name="csY149" fmla="*/ 819410 h 840497"/>
              <a:gd name="csX150" fmla="*/ 1200272 w 2213448"/>
              <a:gd name="csY150" fmla="*/ 822422 h 840497"/>
              <a:gd name="csX151" fmla="*/ 1200272 w 2213448"/>
              <a:gd name="csY151" fmla="*/ 821669 h 840497"/>
              <a:gd name="csX152" fmla="*/ 1198763 w 2213448"/>
              <a:gd name="csY152" fmla="*/ 819410 h 840497"/>
              <a:gd name="csX153" fmla="*/ 1205553 w 2213448"/>
              <a:gd name="csY153" fmla="*/ 819410 h 840497"/>
              <a:gd name="csX154" fmla="*/ 1198763 w 2213448"/>
              <a:gd name="csY154" fmla="*/ 817150 h 840497"/>
              <a:gd name="csX155" fmla="*/ 1207062 w 2213448"/>
              <a:gd name="csY155" fmla="*/ 823176 h 840497"/>
              <a:gd name="csX156" fmla="*/ 1205553 w 2213448"/>
              <a:gd name="csY156" fmla="*/ 819410 h 840497"/>
              <a:gd name="csX157" fmla="*/ 1215360 w 2213448"/>
              <a:gd name="csY157" fmla="*/ 811878 h 840497"/>
              <a:gd name="csX158" fmla="*/ 1215360 w 2213448"/>
              <a:gd name="csY158" fmla="*/ 811878 h 840497"/>
              <a:gd name="csX159" fmla="*/ 1215360 w 2213448"/>
              <a:gd name="csY159" fmla="*/ 812632 h 840497"/>
              <a:gd name="csX160" fmla="*/ 1215360 w 2213448"/>
              <a:gd name="csY160" fmla="*/ 811878 h 840497"/>
              <a:gd name="csX161" fmla="*/ 1305135 w 2213448"/>
              <a:gd name="csY161" fmla="*/ 823176 h 840497"/>
              <a:gd name="csX162" fmla="*/ 1303626 w 2213448"/>
              <a:gd name="csY162" fmla="*/ 820163 h 840497"/>
              <a:gd name="csX163" fmla="*/ 1302872 w 2213448"/>
              <a:gd name="csY163" fmla="*/ 820163 h 840497"/>
              <a:gd name="csX164" fmla="*/ 1305135 w 2213448"/>
              <a:gd name="csY164" fmla="*/ 823176 h 840497"/>
              <a:gd name="csX165" fmla="*/ 2116884 w 2213448"/>
              <a:gd name="csY165" fmla="*/ 772716 h 840497"/>
              <a:gd name="csX166" fmla="*/ 2115375 w 2213448"/>
              <a:gd name="csY166" fmla="*/ 771209 h 840497"/>
              <a:gd name="csX167" fmla="*/ 2116130 w 2213448"/>
              <a:gd name="csY167" fmla="*/ 772716 h 840497"/>
              <a:gd name="csX168" fmla="*/ 2116885 w 2213448"/>
              <a:gd name="csY168" fmla="*/ 772716 h 840497"/>
              <a:gd name="csX169" fmla="*/ 1202535 w 2213448"/>
              <a:gd name="csY169" fmla="*/ 796063 h 840497"/>
              <a:gd name="csX170" fmla="*/ 1202535 w 2213448"/>
              <a:gd name="csY170" fmla="*/ 795310 h 840497"/>
              <a:gd name="csX171" fmla="*/ 1201780 w 2213448"/>
              <a:gd name="csY171" fmla="*/ 796063 h 840497"/>
              <a:gd name="csX172" fmla="*/ 1202535 w 2213448"/>
              <a:gd name="csY172" fmla="*/ 796063 h 840497"/>
              <a:gd name="csX173" fmla="*/ 2138762 w 2213448"/>
              <a:gd name="csY173" fmla="*/ 759160 h 840497"/>
              <a:gd name="csX174" fmla="*/ 2141025 w 2213448"/>
              <a:gd name="csY174" fmla="*/ 762172 h 840497"/>
              <a:gd name="csX175" fmla="*/ 2142534 w 2213448"/>
              <a:gd name="csY175" fmla="*/ 762172 h 840497"/>
              <a:gd name="csX176" fmla="*/ 2138762 w 2213448"/>
              <a:gd name="csY176" fmla="*/ 759160 h 840497"/>
              <a:gd name="csX177" fmla="*/ 1314188 w 2213448"/>
              <a:gd name="csY177" fmla="*/ 815644 h 840497"/>
              <a:gd name="csX178" fmla="*/ 1313433 w 2213448"/>
              <a:gd name="csY178" fmla="*/ 816398 h 840497"/>
              <a:gd name="csX179" fmla="*/ 1313433 w 2213448"/>
              <a:gd name="csY179" fmla="*/ 818657 h 840497"/>
              <a:gd name="csX180" fmla="*/ 1314188 w 2213448"/>
              <a:gd name="csY180" fmla="*/ 815645 h 840497"/>
              <a:gd name="csX181" fmla="*/ 1220641 w 2213448"/>
              <a:gd name="csY181" fmla="*/ 802088 h 840497"/>
              <a:gd name="csX182" fmla="*/ 1222150 w 2213448"/>
              <a:gd name="csY182" fmla="*/ 796063 h 840497"/>
              <a:gd name="csX183" fmla="*/ 1221395 w 2213448"/>
              <a:gd name="csY183" fmla="*/ 796063 h 840497"/>
              <a:gd name="csX184" fmla="*/ 1220640 w 2213448"/>
              <a:gd name="csY184" fmla="*/ 802088 h 840497"/>
              <a:gd name="csX185" fmla="*/ 2182518 w 2213448"/>
              <a:gd name="csY185" fmla="*/ 741837 h 840497"/>
              <a:gd name="csX186" fmla="*/ 2175728 w 2213448"/>
              <a:gd name="csY186" fmla="*/ 745603 h 840497"/>
              <a:gd name="csX187" fmla="*/ 2181764 w 2213448"/>
              <a:gd name="csY187" fmla="*/ 748616 h 840497"/>
              <a:gd name="csX188" fmla="*/ 2182518 w 2213448"/>
              <a:gd name="csY188" fmla="*/ 741837 h 840497"/>
              <a:gd name="csX189" fmla="*/ 1234220 w 2213448"/>
              <a:gd name="csY189" fmla="*/ 798322 h 840497"/>
              <a:gd name="csX190" fmla="*/ 1233466 w 2213448"/>
              <a:gd name="csY190" fmla="*/ 796816 h 840497"/>
              <a:gd name="csX191" fmla="*/ 1234220 w 2213448"/>
              <a:gd name="csY191" fmla="*/ 798322 h 840497"/>
              <a:gd name="csX192" fmla="*/ 1234220 w 2213448"/>
              <a:gd name="csY192" fmla="*/ 798322 h 840497"/>
              <a:gd name="csX193" fmla="*/ 1177639 w 2213448"/>
              <a:gd name="csY193" fmla="*/ 781753 h 840497"/>
              <a:gd name="csX194" fmla="*/ 1158779 w 2213448"/>
              <a:gd name="csY194" fmla="*/ 785519 h 840497"/>
              <a:gd name="csX195" fmla="*/ 1142182 w 2213448"/>
              <a:gd name="csY195" fmla="*/ 807360 h 840497"/>
              <a:gd name="csX196" fmla="*/ 1177639 w 2213448"/>
              <a:gd name="csY196" fmla="*/ 781753 h 840497"/>
              <a:gd name="csX197" fmla="*/ 1312679 w 2213448"/>
              <a:gd name="csY197" fmla="*/ 810372 h 840497"/>
              <a:gd name="csX198" fmla="*/ 1308153 w 2213448"/>
              <a:gd name="csY198" fmla="*/ 814138 h 840497"/>
              <a:gd name="csX199" fmla="*/ 1312679 w 2213448"/>
              <a:gd name="csY199" fmla="*/ 813384 h 840497"/>
              <a:gd name="csX200" fmla="*/ 1312679 w 2213448"/>
              <a:gd name="csY200" fmla="*/ 810372 h 840497"/>
              <a:gd name="csX201" fmla="*/ 2182518 w 2213448"/>
              <a:gd name="csY201" fmla="*/ 738072 h 840497"/>
              <a:gd name="csX202" fmla="*/ 2181009 w 2213448"/>
              <a:gd name="csY202" fmla="*/ 735059 h 840497"/>
              <a:gd name="csX203" fmla="*/ 2180255 w 2213448"/>
              <a:gd name="csY203" fmla="*/ 736565 h 840497"/>
              <a:gd name="csX204" fmla="*/ 2182518 w 2213448"/>
              <a:gd name="csY204" fmla="*/ 738072 h 840497"/>
              <a:gd name="csX205" fmla="*/ 1240256 w 2213448"/>
              <a:gd name="csY205" fmla="*/ 790791 h 840497"/>
              <a:gd name="csX206" fmla="*/ 1234975 w 2213448"/>
              <a:gd name="csY206" fmla="*/ 790038 h 840497"/>
              <a:gd name="csX207" fmla="*/ 1240256 w 2213448"/>
              <a:gd name="csY207" fmla="*/ 795310 h 840497"/>
              <a:gd name="csX208" fmla="*/ 1240256 w 2213448"/>
              <a:gd name="csY208" fmla="*/ 790791 h 840497"/>
              <a:gd name="csX209" fmla="*/ 2132727 w 2213448"/>
              <a:gd name="csY209" fmla="*/ 747862 h 840497"/>
              <a:gd name="csX210" fmla="*/ 2131218 w 2213448"/>
              <a:gd name="csY210" fmla="*/ 749369 h 840497"/>
              <a:gd name="csX211" fmla="*/ 2132727 w 2213448"/>
              <a:gd name="csY211" fmla="*/ 754641 h 840497"/>
              <a:gd name="csX212" fmla="*/ 2132727 w 2213448"/>
              <a:gd name="csY212" fmla="*/ 747862 h 840497"/>
              <a:gd name="csX213" fmla="*/ 1252326 w 2213448"/>
              <a:gd name="csY213" fmla="*/ 790038 h 840497"/>
              <a:gd name="csX214" fmla="*/ 1250063 w 2213448"/>
              <a:gd name="csY214" fmla="*/ 790791 h 840497"/>
              <a:gd name="csX215" fmla="*/ 1253081 w 2213448"/>
              <a:gd name="csY215" fmla="*/ 793051 h 840497"/>
              <a:gd name="csX216" fmla="*/ 1252326 w 2213448"/>
              <a:gd name="csY216" fmla="*/ 790038 h 840497"/>
              <a:gd name="csX217" fmla="*/ 1308153 w 2213448"/>
              <a:gd name="csY217" fmla="*/ 805854 h 840497"/>
              <a:gd name="csX218" fmla="*/ 1305890 w 2213448"/>
              <a:gd name="csY218" fmla="*/ 805854 h 840497"/>
              <a:gd name="csX219" fmla="*/ 1304381 w 2213448"/>
              <a:gd name="csY219" fmla="*/ 804348 h 840497"/>
              <a:gd name="csX220" fmla="*/ 1308153 w 2213448"/>
              <a:gd name="csY220" fmla="*/ 805854 h 840497"/>
              <a:gd name="csX221" fmla="*/ 1246291 w 2213448"/>
              <a:gd name="csY221" fmla="*/ 790038 h 840497"/>
              <a:gd name="csX222" fmla="*/ 1242519 w 2213448"/>
              <a:gd name="csY222" fmla="*/ 787778 h 840497"/>
              <a:gd name="csX223" fmla="*/ 1244028 w 2213448"/>
              <a:gd name="csY223" fmla="*/ 790038 h 840497"/>
              <a:gd name="csX224" fmla="*/ 1246291 w 2213448"/>
              <a:gd name="csY224" fmla="*/ 790038 h 840497"/>
              <a:gd name="csX225" fmla="*/ 1296837 w 2213448"/>
              <a:gd name="csY225" fmla="*/ 798322 h 840497"/>
              <a:gd name="csX226" fmla="*/ 1290047 w 2213448"/>
              <a:gd name="csY226" fmla="*/ 800582 h 840497"/>
              <a:gd name="csX227" fmla="*/ 1285521 w 2213448"/>
              <a:gd name="csY227" fmla="*/ 812632 h 840497"/>
              <a:gd name="csX228" fmla="*/ 1296837 w 2213448"/>
              <a:gd name="csY228" fmla="*/ 798322 h 840497"/>
              <a:gd name="csX229" fmla="*/ 2116130 w 2213448"/>
              <a:gd name="csY229" fmla="*/ 745603 h 840497"/>
              <a:gd name="csX230" fmla="*/ 2116130 w 2213448"/>
              <a:gd name="csY230" fmla="*/ 750875 h 840497"/>
              <a:gd name="csX231" fmla="*/ 2119147 w 2213448"/>
              <a:gd name="csY231" fmla="*/ 747109 h 840497"/>
              <a:gd name="csX232" fmla="*/ 2116130 w 2213448"/>
              <a:gd name="csY232" fmla="*/ 745603 h 840497"/>
              <a:gd name="csX233" fmla="*/ 1207816 w 2213448"/>
              <a:gd name="csY233" fmla="*/ 774222 h 840497"/>
              <a:gd name="csX234" fmla="*/ 1213851 w 2213448"/>
              <a:gd name="csY234" fmla="*/ 772716 h 840497"/>
              <a:gd name="csX235" fmla="*/ 1213097 w 2213448"/>
              <a:gd name="csY235" fmla="*/ 772716 h 840497"/>
              <a:gd name="csX236" fmla="*/ 1207816 w 2213448"/>
              <a:gd name="csY236" fmla="*/ 774222 h 840497"/>
              <a:gd name="csX237" fmla="*/ 1200272 w 2213448"/>
              <a:gd name="csY237" fmla="*/ 769703 h 840497"/>
              <a:gd name="csX238" fmla="*/ 1198763 w 2213448"/>
              <a:gd name="csY238" fmla="*/ 768197 h 840497"/>
              <a:gd name="csX239" fmla="*/ 1198763 w 2213448"/>
              <a:gd name="csY239" fmla="*/ 768950 h 840497"/>
              <a:gd name="csX240" fmla="*/ 1200272 w 2213448"/>
              <a:gd name="csY240" fmla="*/ 769704 h 840497"/>
              <a:gd name="csX241" fmla="*/ 2116130 w 2213448"/>
              <a:gd name="csY241" fmla="*/ 740331 h 840497"/>
              <a:gd name="csX242" fmla="*/ 2114621 w 2213448"/>
              <a:gd name="csY242" fmla="*/ 739578 h 840497"/>
              <a:gd name="csX243" fmla="*/ 2113866 w 2213448"/>
              <a:gd name="csY243" fmla="*/ 741837 h 840497"/>
              <a:gd name="csX244" fmla="*/ 2116129 w 2213448"/>
              <a:gd name="csY244" fmla="*/ 740331 h 840497"/>
              <a:gd name="csX245" fmla="*/ 1288538 w 2213448"/>
              <a:gd name="csY245" fmla="*/ 785519 h 840497"/>
              <a:gd name="csX246" fmla="*/ 1287029 w 2213448"/>
              <a:gd name="csY246" fmla="*/ 784766 h 840497"/>
              <a:gd name="csX247" fmla="*/ 1285521 w 2213448"/>
              <a:gd name="csY247" fmla="*/ 787025 h 840497"/>
              <a:gd name="csX248" fmla="*/ 1288538 w 2213448"/>
              <a:gd name="csY248" fmla="*/ 785519 h 840497"/>
              <a:gd name="csX249" fmla="*/ 2108586 w 2213448"/>
              <a:gd name="csY249" fmla="*/ 741837 h 840497"/>
              <a:gd name="csX250" fmla="*/ 2109340 w 2213448"/>
              <a:gd name="csY250" fmla="*/ 738072 h 840497"/>
              <a:gd name="csX251" fmla="*/ 2107831 w 2213448"/>
              <a:gd name="csY251" fmla="*/ 737318 h 840497"/>
              <a:gd name="csX252" fmla="*/ 2108586 w 2213448"/>
              <a:gd name="csY252" fmla="*/ 741837 h 840497"/>
              <a:gd name="csX253" fmla="*/ 2102550 w 2213448"/>
              <a:gd name="csY253" fmla="*/ 738072 h 840497"/>
              <a:gd name="csX254" fmla="*/ 2100287 w 2213448"/>
              <a:gd name="csY254" fmla="*/ 741084 h 840497"/>
              <a:gd name="csX255" fmla="*/ 2104059 w 2213448"/>
              <a:gd name="csY255" fmla="*/ 741838 h 840497"/>
              <a:gd name="csX256" fmla="*/ 2102550 w 2213448"/>
              <a:gd name="csY256" fmla="*/ 738072 h 840497"/>
              <a:gd name="csX257" fmla="*/ 1320224 w 2213448"/>
              <a:gd name="csY257" fmla="*/ 774975 h 840497"/>
              <a:gd name="csX258" fmla="*/ 1318715 w 2213448"/>
              <a:gd name="csY258" fmla="*/ 773469 h 840497"/>
              <a:gd name="csX259" fmla="*/ 1317960 w 2213448"/>
              <a:gd name="csY259" fmla="*/ 773469 h 840497"/>
              <a:gd name="csX260" fmla="*/ 1320223 w 2213448"/>
              <a:gd name="csY260" fmla="*/ 774975 h 840497"/>
              <a:gd name="csX261" fmla="*/ 2100287 w 2213448"/>
              <a:gd name="csY261" fmla="*/ 724515 h 840497"/>
              <a:gd name="csX262" fmla="*/ 2106322 w 2213448"/>
              <a:gd name="csY262" fmla="*/ 726775 h 840497"/>
              <a:gd name="csX263" fmla="*/ 2108586 w 2213448"/>
              <a:gd name="csY263" fmla="*/ 723762 h 840497"/>
              <a:gd name="csX264" fmla="*/ 2100287 w 2213448"/>
              <a:gd name="csY264" fmla="*/ 724515 h 840497"/>
              <a:gd name="csX265" fmla="*/ 2109340 w 2213448"/>
              <a:gd name="csY265" fmla="*/ 719244 h 840497"/>
              <a:gd name="csX266" fmla="*/ 2107077 w 2213448"/>
              <a:gd name="csY266" fmla="*/ 720750 h 840497"/>
              <a:gd name="csX267" fmla="*/ 2110849 w 2213448"/>
              <a:gd name="csY267" fmla="*/ 723009 h 840497"/>
              <a:gd name="csX268" fmla="*/ 2109340 w 2213448"/>
              <a:gd name="csY268" fmla="*/ 719244 h 840497"/>
              <a:gd name="csX269" fmla="*/ 2091988 w 2213448"/>
              <a:gd name="csY269" fmla="*/ 723762 h 840497"/>
              <a:gd name="csX270" fmla="*/ 2090480 w 2213448"/>
              <a:gd name="csY270" fmla="*/ 720750 h 840497"/>
              <a:gd name="csX271" fmla="*/ 2088971 w 2213448"/>
              <a:gd name="csY271" fmla="*/ 722256 h 840497"/>
              <a:gd name="csX272" fmla="*/ 2091988 w 2213448"/>
              <a:gd name="csY272" fmla="*/ 723762 h 840497"/>
              <a:gd name="csX273" fmla="*/ 2167430 w 2213448"/>
              <a:gd name="csY273" fmla="*/ 695896 h 840497"/>
              <a:gd name="csX274" fmla="*/ 2157622 w 2213448"/>
              <a:gd name="csY274" fmla="*/ 723762 h 840497"/>
              <a:gd name="csX275" fmla="*/ 2167430 w 2213448"/>
              <a:gd name="csY275" fmla="*/ 717737 h 840497"/>
              <a:gd name="csX276" fmla="*/ 2167430 w 2213448"/>
              <a:gd name="csY276" fmla="*/ 695896 h 840497"/>
              <a:gd name="csX277" fmla="*/ 1273450 w 2213448"/>
              <a:gd name="csY277" fmla="*/ 753888 h 840497"/>
              <a:gd name="csX278" fmla="*/ 1272695 w 2213448"/>
              <a:gd name="csY278" fmla="*/ 753888 h 840497"/>
              <a:gd name="csX279" fmla="*/ 1272695 w 2213448"/>
              <a:gd name="csY279" fmla="*/ 753888 h 840497"/>
              <a:gd name="csX280" fmla="*/ 1273450 w 2213448"/>
              <a:gd name="csY280" fmla="*/ 753888 h 840497"/>
              <a:gd name="csX281" fmla="*/ 2101041 w 2213448"/>
              <a:gd name="csY281" fmla="*/ 706440 h 840497"/>
              <a:gd name="csX282" fmla="*/ 2094252 w 2213448"/>
              <a:gd name="csY282" fmla="*/ 713218 h 840497"/>
              <a:gd name="csX283" fmla="*/ 2095760 w 2213448"/>
              <a:gd name="csY283" fmla="*/ 720750 h 840497"/>
              <a:gd name="csX284" fmla="*/ 2101041 w 2213448"/>
              <a:gd name="csY284" fmla="*/ 706440 h 840497"/>
              <a:gd name="csX285" fmla="*/ 1398682 w 2213448"/>
              <a:gd name="csY285" fmla="*/ 766690 h 840497"/>
              <a:gd name="csX286" fmla="*/ 1398682 w 2213448"/>
              <a:gd name="csY286" fmla="*/ 763678 h 840497"/>
              <a:gd name="csX287" fmla="*/ 1397928 w 2213448"/>
              <a:gd name="csY287" fmla="*/ 765184 h 840497"/>
              <a:gd name="csX288" fmla="*/ 1398682 w 2213448"/>
              <a:gd name="csY288" fmla="*/ 766690 h 840497"/>
              <a:gd name="csX289" fmla="*/ 2092743 w 2213448"/>
              <a:gd name="csY289" fmla="*/ 698909 h 840497"/>
              <a:gd name="csX290" fmla="*/ 2114621 w 2213448"/>
              <a:gd name="csY290" fmla="*/ 732047 h 840497"/>
              <a:gd name="csX291" fmla="*/ 2163658 w 2213448"/>
              <a:gd name="csY291" fmla="*/ 762925 h 840497"/>
              <a:gd name="csX292" fmla="*/ 2152341 w 2213448"/>
              <a:gd name="csY292" fmla="*/ 736565 h 840497"/>
              <a:gd name="csX293" fmla="*/ 2105568 w 2213448"/>
              <a:gd name="csY293" fmla="*/ 696649 h 840497"/>
              <a:gd name="csX294" fmla="*/ 2092743 w 2213448"/>
              <a:gd name="csY294" fmla="*/ 698909 h 840497"/>
              <a:gd name="csX295" fmla="*/ 1368506 w 2213448"/>
              <a:gd name="csY295" fmla="*/ 754641 h 840497"/>
              <a:gd name="csX296" fmla="*/ 1367751 w 2213448"/>
              <a:gd name="csY296" fmla="*/ 752381 h 840497"/>
              <a:gd name="csX297" fmla="*/ 1366243 w 2213448"/>
              <a:gd name="csY297" fmla="*/ 753135 h 840497"/>
              <a:gd name="csX298" fmla="*/ 1368506 w 2213448"/>
              <a:gd name="csY298" fmla="*/ 754641 h 840497"/>
              <a:gd name="csX299" fmla="*/ 2118393 w 2213448"/>
              <a:gd name="csY299" fmla="*/ 686105 h 840497"/>
              <a:gd name="csX300" fmla="*/ 2115375 w 2213448"/>
              <a:gd name="csY300" fmla="*/ 697403 h 840497"/>
              <a:gd name="csX301" fmla="*/ 2120656 w 2213448"/>
              <a:gd name="csY301" fmla="*/ 693637 h 840497"/>
              <a:gd name="csX302" fmla="*/ 2118393 w 2213448"/>
              <a:gd name="csY302" fmla="*/ 686105 h 840497"/>
              <a:gd name="csX303" fmla="*/ 2134236 w 2213448"/>
              <a:gd name="csY303" fmla="*/ 686105 h 840497"/>
              <a:gd name="csX304" fmla="*/ 2133481 w 2213448"/>
              <a:gd name="csY304" fmla="*/ 693637 h 840497"/>
              <a:gd name="csX305" fmla="*/ 2140271 w 2213448"/>
              <a:gd name="csY305" fmla="*/ 695896 h 840497"/>
              <a:gd name="csX306" fmla="*/ 2134235 w 2213448"/>
              <a:gd name="csY306" fmla="*/ 686105 h 840497"/>
              <a:gd name="csX307" fmla="*/ 1392647 w 2213448"/>
              <a:gd name="csY307" fmla="*/ 744850 h 840497"/>
              <a:gd name="csX308" fmla="*/ 1388875 w 2213448"/>
              <a:gd name="csY308" fmla="*/ 744096 h 840497"/>
              <a:gd name="csX309" fmla="*/ 1385103 w 2213448"/>
              <a:gd name="csY309" fmla="*/ 745603 h 840497"/>
              <a:gd name="csX310" fmla="*/ 1392647 w 2213448"/>
              <a:gd name="csY310" fmla="*/ 744849 h 840497"/>
              <a:gd name="csX311" fmla="*/ 1470352 w 2213448"/>
              <a:gd name="csY311" fmla="*/ 750875 h 840497"/>
              <a:gd name="csX312" fmla="*/ 1467334 w 2213448"/>
              <a:gd name="csY312" fmla="*/ 756147 h 840497"/>
              <a:gd name="csX313" fmla="*/ 1468843 w 2213448"/>
              <a:gd name="csY313" fmla="*/ 751628 h 840497"/>
              <a:gd name="csX314" fmla="*/ 1470352 w 2213448"/>
              <a:gd name="csY314" fmla="*/ 750875 h 840497"/>
              <a:gd name="csX315" fmla="*/ 1481668 w 2213448"/>
              <a:gd name="csY315" fmla="*/ 751629 h 840497"/>
              <a:gd name="csX316" fmla="*/ 1474878 w 2213448"/>
              <a:gd name="csY316" fmla="*/ 752382 h 840497"/>
              <a:gd name="csX317" fmla="*/ 1478650 w 2213448"/>
              <a:gd name="csY317" fmla="*/ 756901 h 840497"/>
              <a:gd name="csX318" fmla="*/ 1481668 w 2213448"/>
              <a:gd name="csY318" fmla="*/ 751629 h 840497"/>
              <a:gd name="csX319" fmla="*/ 1024493 w 2213448"/>
              <a:gd name="csY319" fmla="*/ 655227 h 840497"/>
              <a:gd name="csX320" fmla="*/ 1032037 w 2213448"/>
              <a:gd name="csY320" fmla="*/ 658993 h 840497"/>
              <a:gd name="csX321" fmla="*/ 1030529 w 2213448"/>
              <a:gd name="csY321" fmla="*/ 657487 h 840497"/>
              <a:gd name="csX322" fmla="*/ 1024493 w 2213448"/>
              <a:gd name="csY322" fmla="*/ 655227 h 840497"/>
              <a:gd name="csX323" fmla="*/ 1323996 w 2213448"/>
              <a:gd name="csY323" fmla="*/ 729787 h 840497"/>
              <a:gd name="csX324" fmla="*/ 1324750 w 2213448"/>
              <a:gd name="csY324" fmla="*/ 729034 h 840497"/>
              <a:gd name="csX325" fmla="*/ 1323996 w 2213448"/>
              <a:gd name="csY325" fmla="*/ 729787 h 840497"/>
              <a:gd name="csX326" fmla="*/ 1323996 w 2213448"/>
              <a:gd name="csY326" fmla="*/ 729787 h 840497"/>
              <a:gd name="csX327" fmla="*/ 1326259 w 2213448"/>
              <a:gd name="csY327" fmla="*/ 729034 h 840497"/>
              <a:gd name="csX328" fmla="*/ 1327013 w 2213448"/>
              <a:gd name="csY328" fmla="*/ 729034 h 840497"/>
              <a:gd name="csX329" fmla="*/ 1327013 w 2213448"/>
              <a:gd name="csY329" fmla="*/ 728281 h 840497"/>
              <a:gd name="csX330" fmla="*/ 1326259 w 2213448"/>
              <a:gd name="csY330" fmla="*/ 729034 h 840497"/>
              <a:gd name="csX331" fmla="*/ 2106322 w 2213448"/>
              <a:gd name="csY331" fmla="*/ 671043 h 840497"/>
              <a:gd name="csX332" fmla="*/ 2110094 w 2213448"/>
              <a:gd name="csY332" fmla="*/ 685352 h 840497"/>
              <a:gd name="csX333" fmla="*/ 2117638 w 2213448"/>
              <a:gd name="csY333" fmla="*/ 680833 h 840497"/>
              <a:gd name="csX334" fmla="*/ 2106322 w 2213448"/>
              <a:gd name="csY334" fmla="*/ 671043 h 840497"/>
              <a:gd name="csX335" fmla="*/ 1346628 w 2213448"/>
              <a:gd name="csY335" fmla="*/ 720750 h 840497"/>
              <a:gd name="csX336" fmla="*/ 1347383 w 2213448"/>
              <a:gd name="csY336" fmla="*/ 719996 h 840497"/>
              <a:gd name="csX337" fmla="*/ 1347383 w 2213448"/>
              <a:gd name="csY337" fmla="*/ 719996 h 840497"/>
              <a:gd name="csX338" fmla="*/ 1346628 w 2213448"/>
              <a:gd name="csY338" fmla="*/ 720750 h 840497"/>
              <a:gd name="csX339" fmla="*/ 2073882 w 2213448"/>
              <a:gd name="csY339" fmla="*/ 677068 h 840497"/>
              <a:gd name="csX340" fmla="*/ 2077654 w 2213448"/>
              <a:gd name="csY340" fmla="*/ 711712 h 840497"/>
              <a:gd name="csX341" fmla="*/ 2085199 w 2213448"/>
              <a:gd name="csY341" fmla="*/ 704181 h 840497"/>
              <a:gd name="csX342" fmla="*/ 2073882 w 2213448"/>
              <a:gd name="csY342" fmla="*/ 677068 h 840497"/>
              <a:gd name="csX343" fmla="*/ 2077654 w 2213448"/>
              <a:gd name="csY343" fmla="*/ 665771 h 840497"/>
              <a:gd name="csX344" fmla="*/ 2095006 w 2213448"/>
              <a:gd name="csY344" fmla="*/ 689871 h 840497"/>
              <a:gd name="csX345" fmla="*/ 2092743 w 2213448"/>
              <a:gd name="csY345" fmla="*/ 674056 h 840497"/>
              <a:gd name="csX346" fmla="*/ 2077654 w 2213448"/>
              <a:gd name="csY346" fmla="*/ 665771 h 840497"/>
              <a:gd name="csX347" fmla="*/ 2024091 w 2213448"/>
              <a:gd name="csY347" fmla="*/ 671796 h 840497"/>
              <a:gd name="csX348" fmla="*/ 2019565 w 2213448"/>
              <a:gd name="csY348" fmla="*/ 686105 h 840497"/>
              <a:gd name="csX349" fmla="*/ 2025600 w 2213448"/>
              <a:gd name="csY349" fmla="*/ 676315 h 840497"/>
              <a:gd name="csX350" fmla="*/ 2024091 w 2213448"/>
              <a:gd name="csY350" fmla="*/ 671796 h 840497"/>
              <a:gd name="csX351" fmla="*/ 1420561 w 2213448"/>
              <a:gd name="csY351" fmla="*/ 708700 h 840497"/>
              <a:gd name="csX352" fmla="*/ 1419806 w 2213448"/>
              <a:gd name="csY352" fmla="*/ 707946 h 840497"/>
              <a:gd name="csX353" fmla="*/ 1420561 w 2213448"/>
              <a:gd name="csY353" fmla="*/ 708700 h 840497"/>
              <a:gd name="csX354" fmla="*/ 1420561 w 2213448"/>
              <a:gd name="csY354" fmla="*/ 708700 h 840497"/>
              <a:gd name="csX355" fmla="*/ 1492230 w 2213448"/>
              <a:gd name="csY355" fmla="*/ 710206 h 840497"/>
              <a:gd name="csX356" fmla="*/ 1490721 w 2213448"/>
              <a:gd name="csY356" fmla="*/ 707947 h 840497"/>
              <a:gd name="csX357" fmla="*/ 1492230 w 2213448"/>
              <a:gd name="csY357" fmla="*/ 710959 h 840497"/>
              <a:gd name="csX358" fmla="*/ 1492230 w 2213448"/>
              <a:gd name="csY358" fmla="*/ 710206 h 840497"/>
              <a:gd name="csX359" fmla="*/ 2025600 w 2213448"/>
              <a:gd name="csY359" fmla="*/ 660499 h 840497"/>
              <a:gd name="csX360" fmla="*/ 2055777 w 2213448"/>
              <a:gd name="csY360" fmla="*/ 710206 h 840497"/>
              <a:gd name="csX361" fmla="*/ 2051250 w 2213448"/>
              <a:gd name="csY361" fmla="*/ 676315 h 840497"/>
              <a:gd name="csX362" fmla="*/ 2025600 w 2213448"/>
              <a:gd name="csY362" fmla="*/ 660499 h 840497"/>
              <a:gd name="csX363" fmla="*/ 1534477 w 2213448"/>
              <a:gd name="csY363" fmla="*/ 686859 h 840497"/>
              <a:gd name="csX364" fmla="*/ 1532214 w 2213448"/>
              <a:gd name="csY364" fmla="*/ 689118 h 840497"/>
              <a:gd name="csX365" fmla="*/ 1535986 w 2213448"/>
              <a:gd name="csY365" fmla="*/ 690624 h 840497"/>
              <a:gd name="csX366" fmla="*/ 1534477 w 2213448"/>
              <a:gd name="csY366" fmla="*/ 686859 h 840497"/>
              <a:gd name="csX367" fmla="*/ 1524669 w 2213448"/>
              <a:gd name="csY367" fmla="*/ 688365 h 840497"/>
              <a:gd name="csX368" fmla="*/ 1525424 w 2213448"/>
              <a:gd name="csY368" fmla="*/ 686105 h 840497"/>
              <a:gd name="csX369" fmla="*/ 1522407 w 2213448"/>
              <a:gd name="csY369" fmla="*/ 686105 h 840497"/>
              <a:gd name="csX370" fmla="*/ 1524670 w 2213448"/>
              <a:gd name="csY370" fmla="*/ 688365 h 840497"/>
              <a:gd name="csX371" fmla="*/ 1517125 w 2213448"/>
              <a:gd name="csY371" fmla="*/ 688365 h 840497"/>
              <a:gd name="csX372" fmla="*/ 1497511 w 2213448"/>
              <a:gd name="csY372" fmla="*/ 701168 h 840497"/>
              <a:gd name="csX373" fmla="*/ 1473369 w 2213448"/>
              <a:gd name="csY373" fmla="*/ 732800 h 840497"/>
              <a:gd name="csX374" fmla="*/ 1485440 w 2213448"/>
              <a:gd name="csY374" fmla="*/ 745603 h 840497"/>
              <a:gd name="csX375" fmla="*/ 1541267 w 2213448"/>
              <a:gd name="csY375" fmla="*/ 704181 h 840497"/>
              <a:gd name="csX376" fmla="*/ 1517125 w 2213448"/>
              <a:gd name="csY376" fmla="*/ 688365 h 840497"/>
              <a:gd name="csX377" fmla="*/ 1993160 w 2213448"/>
              <a:gd name="csY377" fmla="*/ 639411 h 840497"/>
              <a:gd name="csX378" fmla="*/ 1987879 w 2213448"/>
              <a:gd name="csY378" fmla="*/ 636399 h 840497"/>
              <a:gd name="csX379" fmla="*/ 1987879 w 2213448"/>
              <a:gd name="csY379" fmla="*/ 640917 h 840497"/>
              <a:gd name="csX380" fmla="*/ 1993160 w 2213448"/>
              <a:gd name="csY380" fmla="*/ 639411 h 840497"/>
              <a:gd name="csX381" fmla="*/ 1512599 w 2213448"/>
              <a:gd name="csY381" fmla="*/ 679327 h 840497"/>
              <a:gd name="csX382" fmla="*/ 1513354 w 2213448"/>
              <a:gd name="csY382" fmla="*/ 682340 h 840497"/>
              <a:gd name="csX383" fmla="*/ 1518635 w 2213448"/>
              <a:gd name="csY383" fmla="*/ 685352 h 840497"/>
              <a:gd name="csX384" fmla="*/ 1512599 w 2213448"/>
              <a:gd name="csY384" fmla="*/ 679327 h 840497"/>
              <a:gd name="csX385" fmla="*/ 2007494 w 2213448"/>
              <a:gd name="csY385" fmla="*/ 625102 h 840497"/>
              <a:gd name="csX386" fmla="*/ 1992406 w 2213448"/>
              <a:gd name="csY386" fmla="*/ 632633 h 840497"/>
              <a:gd name="csX387" fmla="*/ 2006740 w 2213448"/>
              <a:gd name="csY387" fmla="*/ 637152 h 840497"/>
              <a:gd name="csX388" fmla="*/ 2007494 w 2213448"/>
              <a:gd name="csY388" fmla="*/ 625102 h 840497"/>
              <a:gd name="csX389" fmla="*/ 1997687 w 2213448"/>
              <a:gd name="csY389" fmla="*/ 625102 h 840497"/>
              <a:gd name="csX390" fmla="*/ 1996178 w 2213448"/>
              <a:gd name="csY390" fmla="*/ 623596 h 840497"/>
              <a:gd name="csX391" fmla="*/ 1995423 w 2213448"/>
              <a:gd name="csY391" fmla="*/ 625102 h 840497"/>
              <a:gd name="csX392" fmla="*/ 1997686 w 2213448"/>
              <a:gd name="csY392" fmla="*/ 625102 h 840497"/>
              <a:gd name="csX393" fmla="*/ 2043706 w 2213448"/>
              <a:gd name="csY393" fmla="*/ 613052 h 840497"/>
              <a:gd name="csX394" fmla="*/ 2037671 w 2213448"/>
              <a:gd name="csY394" fmla="*/ 610792 h 840497"/>
              <a:gd name="csX395" fmla="*/ 2036162 w 2213448"/>
              <a:gd name="csY395" fmla="*/ 615311 h 840497"/>
              <a:gd name="csX396" fmla="*/ 2043706 w 2213448"/>
              <a:gd name="csY396" fmla="*/ 613052 h 840497"/>
              <a:gd name="csX397" fmla="*/ 2011266 w 2213448"/>
              <a:gd name="csY397" fmla="*/ 618324 h 840497"/>
              <a:gd name="csX398" fmla="*/ 2005985 w 2213448"/>
              <a:gd name="csY398" fmla="*/ 617570 h 840497"/>
              <a:gd name="csX399" fmla="*/ 2005985 w 2213448"/>
              <a:gd name="csY399" fmla="*/ 619077 h 840497"/>
              <a:gd name="csX400" fmla="*/ 2011266 w 2213448"/>
              <a:gd name="csY400" fmla="*/ 618323 h 840497"/>
              <a:gd name="csX401" fmla="*/ 2027863 w 2213448"/>
              <a:gd name="csY401" fmla="*/ 612299 h 840497"/>
              <a:gd name="csX402" fmla="*/ 2058794 w 2213448"/>
              <a:gd name="csY402" fmla="*/ 657487 h 840497"/>
              <a:gd name="csX403" fmla="*/ 2050496 w 2213448"/>
              <a:gd name="csY403" fmla="*/ 616064 h 840497"/>
              <a:gd name="csX404" fmla="*/ 2027863 w 2213448"/>
              <a:gd name="csY404" fmla="*/ 612299 h 840497"/>
              <a:gd name="csX405" fmla="*/ 1529950 w 2213448"/>
              <a:gd name="csY405" fmla="*/ 661252 h 840497"/>
              <a:gd name="csX406" fmla="*/ 1511844 w 2213448"/>
              <a:gd name="csY406" fmla="*/ 674809 h 840497"/>
              <a:gd name="csX407" fmla="*/ 1520143 w 2213448"/>
              <a:gd name="csY407" fmla="*/ 683846 h 840497"/>
              <a:gd name="csX408" fmla="*/ 1544284 w 2213448"/>
              <a:gd name="csY408" fmla="*/ 665771 h 840497"/>
              <a:gd name="csX409" fmla="*/ 1529950 w 2213448"/>
              <a:gd name="csY409" fmla="*/ 661252 h 840497"/>
              <a:gd name="csX410" fmla="*/ 1324750 w 2213448"/>
              <a:gd name="csY410" fmla="*/ 632633 h 840497"/>
              <a:gd name="csX411" fmla="*/ 1323995 w 2213448"/>
              <a:gd name="csY411" fmla="*/ 631880 h 840497"/>
              <a:gd name="csX412" fmla="*/ 1323995 w 2213448"/>
              <a:gd name="csY412" fmla="*/ 632633 h 840497"/>
              <a:gd name="csX413" fmla="*/ 1324750 w 2213448"/>
              <a:gd name="csY413" fmla="*/ 632633 h 840497"/>
              <a:gd name="csX414" fmla="*/ 1316451 w 2213448"/>
              <a:gd name="csY414" fmla="*/ 628868 h 840497"/>
              <a:gd name="csX415" fmla="*/ 1315697 w 2213448"/>
              <a:gd name="csY415" fmla="*/ 625102 h 840497"/>
              <a:gd name="csX416" fmla="*/ 1315697 w 2213448"/>
              <a:gd name="csY416" fmla="*/ 626608 h 840497"/>
              <a:gd name="csX417" fmla="*/ 1316451 w 2213448"/>
              <a:gd name="csY417" fmla="*/ 628868 h 840497"/>
              <a:gd name="csX418" fmla="*/ 1548056 w 2213448"/>
              <a:gd name="csY418" fmla="*/ 638658 h 840497"/>
              <a:gd name="csX419" fmla="*/ 1546547 w 2213448"/>
              <a:gd name="csY419" fmla="*/ 639411 h 840497"/>
              <a:gd name="csX420" fmla="*/ 1546547 w 2213448"/>
              <a:gd name="csY420" fmla="*/ 640165 h 840497"/>
              <a:gd name="csX421" fmla="*/ 1548056 w 2213448"/>
              <a:gd name="csY421" fmla="*/ 638659 h 840497"/>
              <a:gd name="csX422" fmla="*/ 1540512 w 2213448"/>
              <a:gd name="csY422" fmla="*/ 637152 h 840497"/>
              <a:gd name="csX423" fmla="*/ 1539758 w 2213448"/>
              <a:gd name="csY423" fmla="*/ 637152 h 840497"/>
              <a:gd name="csX424" fmla="*/ 1538249 w 2213448"/>
              <a:gd name="csY424" fmla="*/ 639411 h 840497"/>
              <a:gd name="csX425" fmla="*/ 1540512 w 2213448"/>
              <a:gd name="csY425" fmla="*/ 637152 h 840497"/>
              <a:gd name="csX426" fmla="*/ 1558618 w 2213448"/>
              <a:gd name="csY426" fmla="*/ 631127 h 840497"/>
              <a:gd name="csX427" fmla="*/ 1556355 w 2213448"/>
              <a:gd name="csY427" fmla="*/ 629621 h 840497"/>
              <a:gd name="csX428" fmla="*/ 1556355 w 2213448"/>
              <a:gd name="csY428" fmla="*/ 630374 h 840497"/>
              <a:gd name="csX429" fmla="*/ 1558618 w 2213448"/>
              <a:gd name="csY429" fmla="*/ 631127 h 840497"/>
              <a:gd name="csX430" fmla="*/ 1564654 w 2213448"/>
              <a:gd name="csY430" fmla="*/ 630374 h 840497"/>
              <a:gd name="csX431" fmla="*/ 1562390 w 2213448"/>
              <a:gd name="csY431" fmla="*/ 628867 h 840497"/>
              <a:gd name="csX432" fmla="*/ 1562390 w 2213448"/>
              <a:gd name="csY432" fmla="*/ 629621 h 840497"/>
              <a:gd name="csX433" fmla="*/ 1564654 w 2213448"/>
              <a:gd name="csY433" fmla="*/ 630374 h 840497"/>
              <a:gd name="csX434" fmla="*/ 1554846 w 2213448"/>
              <a:gd name="csY434" fmla="*/ 628114 h 840497"/>
              <a:gd name="csX435" fmla="*/ 1551828 w 2213448"/>
              <a:gd name="csY435" fmla="*/ 628114 h 840497"/>
              <a:gd name="csX436" fmla="*/ 1551828 w 2213448"/>
              <a:gd name="csY436" fmla="*/ 628868 h 840497"/>
              <a:gd name="csX437" fmla="*/ 1554846 w 2213448"/>
              <a:gd name="csY437" fmla="*/ 628114 h 840497"/>
              <a:gd name="csX438" fmla="*/ 1704974 w 2213448"/>
              <a:gd name="csY438" fmla="*/ 613051 h 840497"/>
              <a:gd name="csX439" fmla="*/ 1705729 w 2213448"/>
              <a:gd name="csY439" fmla="*/ 610792 h 840497"/>
              <a:gd name="csX440" fmla="*/ 1704220 w 2213448"/>
              <a:gd name="csY440" fmla="*/ 612298 h 840497"/>
              <a:gd name="csX441" fmla="*/ 1704975 w 2213448"/>
              <a:gd name="csY441" fmla="*/ 613052 h 840497"/>
              <a:gd name="csX442" fmla="*/ 1750994 w 2213448"/>
              <a:gd name="csY442" fmla="*/ 588951 h 840497"/>
              <a:gd name="csX443" fmla="*/ 1760046 w 2213448"/>
              <a:gd name="csY443" fmla="*/ 577654 h 840497"/>
              <a:gd name="csX444" fmla="*/ 1757029 w 2213448"/>
              <a:gd name="csY444" fmla="*/ 579914 h 840497"/>
              <a:gd name="csX445" fmla="*/ 1750994 w 2213448"/>
              <a:gd name="csY445" fmla="*/ 588951 h 840497"/>
              <a:gd name="csX446" fmla="*/ 1658955 w 2213448"/>
              <a:gd name="csY446" fmla="*/ 587445 h 840497"/>
              <a:gd name="csX447" fmla="*/ 1661973 w 2213448"/>
              <a:gd name="csY447" fmla="*/ 585186 h 840497"/>
              <a:gd name="csX448" fmla="*/ 1662728 w 2213448"/>
              <a:gd name="csY448" fmla="*/ 582173 h 840497"/>
              <a:gd name="csX449" fmla="*/ 1658955 w 2213448"/>
              <a:gd name="csY449" fmla="*/ 587445 h 840497"/>
              <a:gd name="csX450" fmla="*/ 1658955 w 2213448"/>
              <a:gd name="csY450" fmla="*/ 579161 h 840497"/>
              <a:gd name="csX451" fmla="*/ 1655937 w 2213448"/>
              <a:gd name="csY451" fmla="*/ 581420 h 840497"/>
              <a:gd name="csX452" fmla="*/ 1661218 w 2213448"/>
              <a:gd name="csY452" fmla="*/ 579914 h 840497"/>
              <a:gd name="csX453" fmla="*/ 1658955 w 2213448"/>
              <a:gd name="csY453" fmla="*/ 579160 h 840497"/>
              <a:gd name="csX454" fmla="*/ 1535231 w 2213448"/>
              <a:gd name="csY454" fmla="*/ 579161 h 840497"/>
              <a:gd name="csX455" fmla="*/ 1534477 w 2213448"/>
              <a:gd name="csY455" fmla="*/ 576148 h 840497"/>
              <a:gd name="csX456" fmla="*/ 1533722 w 2213448"/>
              <a:gd name="csY456" fmla="*/ 576148 h 840497"/>
              <a:gd name="csX457" fmla="*/ 1535231 w 2213448"/>
              <a:gd name="csY457" fmla="*/ 579161 h 840497"/>
              <a:gd name="csX458" fmla="*/ 1655937 w 2213448"/>
              <a:gd name="csY458" fmla="*/ 578407 h 840497"/>
              <a:gd name="csX459" fmla="*/ 1652920 w 2213448"/>
              <a:gd name="csY459" fmla="*/ 581420 h 840497"/>
              <a:gd name="csX460" fmla="*/ 1651411 w 2213448"/>
              <a:gd name="csY460" fmla="*/ 584432 h 840497"/>
              <a:gd name="csX461" fmla="*/ 1655937 w 2213448"/>
              <a:gd name="csY461" fmla="*/ 578407 h 840497"/>
              <a:gd name="csX462" fmla="*/ 1738923 w 2213448"/>
              <a:gd name="csY462" fmla="*/ 569369 h 840497"/>
              <a:gd name="csX463" fmla="*/ 1739678 w 2213448"/>
              <a:gd name="csY463" fmla="*/ 569369 h 840497"/>
              <a:gd name="csX464" fmla="*/ 1740432 w 2213448"/>
              <a:gd name="csY464" fmla="*/ 569369 h 840497"/>
              <a:gd name="csX465" fmla="*/ 1738924 w 2213448"/>
              <a:gd name="csY465" fmla="*/ 569369 h 840497"/>
              <a:gd name="csX466" fmla="*/ 1742695 w 2213448"/>
              <a:gd name="csY466" fmla="*/ 569369 h 840497"/>
              <a:gd name="csX467" fmla="*/ 1741186 w 2213448"/>
              <a:gd name="csY467" fmla="*/ 568616 h 840497"/>
              <a:gd name="csX468" fmla="*/ 1741186 w 2213448"/>
              <a:gd name="csY468" fmla="*/ 569369 h 840497"/>
              <a:gd name="csX469" fmla="*/ 1742695 w 2213448"/>
              <a:gd name="csY469" fmla="*/ 569369 h 840497"/>
              <a:gd name="csX470" fmla="*/ 1733642 w 2213448"/>
              <a:gd name="csY470" fmla="*/ 568616 h 840497"/>
              <a:gd name="csX471" fmla="*/ 1734397 w 2213448"/>
              <a:gd name="csY471" fmla="*/ 569369 h 840497"/>
              <a:gd name="csX472" fmla="*/ 1734397 w 2213448"/>
              <a:gd name="csY472" fmla="*/ 568616 h 840497"/>
              <a:gd name="csX473" fmla="*/ 1733642 w 2213448"/>
              <a:gd name="csY473" fmla="*/ 568616 h 840497"/>
              <a:gd name="csX474" fmla="*/ 1671780 w 2213448"/>
              <a:gd name="csY474" fmla="*/ 573135 h 840497"/>
              <a:gd name="csX475" fmla="*/ 1674798 w 2213448"/>
              <a:gd name="csY475" fmla="*/ 570122 h 840497"/>
              <a:gd name="csX476" fmla="*/ 1671026 w 2213448"/>
              <a:gd name="csY476" fmla="*/ 573135 h 840497"/>
              <a:gd name="csX477" fmla="*/ 1671780 w 2213448"/>
              <a:gd name="csY477" fmla="*/ 573135 h 840497"/>
              <a:gd name="csX478" fmla="*/ 1717799 w 2213448"/>
              <a:gd name="csY478" fmla="*/ 564097 h 840497"/>
              <a:gd name="csX479" fmla="*/ 1717799 w 2213448"/>
              <a:gd name="csY479" fmla="*/ 564097 h 840497"/>
              <a:gd name="csX480" fmla="*/ 1717799 w 2213448"/>
              <a:gd name="csY480" fmla="*/ 564097 h 840497"/>
              <a:gd name="csX481" fmla="*/ 1717799 w 2213448"/>
              <a:gd name="csY481" fmla="*/ 564097 h 840497"/>
              <a:gd name="csX482" fmla="*/ 1680833 w 2213448"/>
              <a:gd name="csY482" fmla="*/ 566357 h 840497"/>
              <a:gd name="csX483" fmla="*/ 1662727 w 2213448"/>
              <a:gd name="csY483" fmla="*/ 595729 h 840497"/>
              <a:gd name="csX484" fmla="*/ 1686114 w 2213448"/>
              <a:gd name="csY484" fmla="*/ 568616 h 840497"/>
              <a:gd name="csX485" fmla="*/ 1680833 w 2213448"/>
              <a:gd name="csY485" fmla="*/ 566357 h 840497"/>
              <a:gd name="csX486" fmla="*/ 1657446 w 2213448"/>
              <a:gd name="csY486" fmla="*/ 570122 h 840497"/>
              <a:gd name="csX487" fmla="*/ 1655183 w 2213448"/>
              <a:gd name="csY487" fmla="*/ 567110 h 840497"/>
              <a:gd name="csX488" fmla="*/ 1654428 w 2213448"/>
              <a:gd name="csY488" fmla="*/ 568616 h 840497"/>
              <a:gd name="csX489" fmla="*/ 1657446 w 2213448"/>
              <a:gd name="csY489" fmla="*/ 570122 h 840497"/>
              <a:gd name="csX490" fmla="*/ 1714782 w 2213448"/>
              <a:gd name="csY490" fmla="*/ 563344 h 840497"/>
              <a:gd name="csX491" fmla="*/ 1713273 w 2213448"/>
              <a:gd name="csY491" fmla="*/ 562591 h 840497"/>
              <a:gd name="csX492" fmla="*/ 1714028 w 2213448"/>
              <a:gd name="csY492" fmla="*/ 563344 h 840497"/>
              <a:gd name="csX493" fmla="*/ 1714782 w 2213448"/>
              <a:gd name="csY493" fmla="*/ 563344 h 840497"/>
              <a:gd name="csX494" fmla="*/ 1734396 w 2213448"/>
              <a:gd name="csY494" fmla="*/ 564850 h 840497"/>
              <a:gd name="csX495" fmla="*/ 1734396 w 2213448"/>
              <a:gd name="csY495" fmla="*/ 559578 h 840497"/>
              <a:gd name="csX496" fmla="*/ 1732888 w 2213448"/>
              <a:gd name="csY496" fmla="*/ 561838 h 840497"/>
              <a:gd name="csX497" fmla="*/ 1734396 w 2213448"/>
              <a:gd name="csY497" fmla="*/ 564850 h 840497"/>
              <a:gd name="csX498" fmla="*/ 1180657 w 2213448"/>
              <a:gd name="csY498" fmla="*/ 506859 h 840497"/>
              <a:gd name="csX499" fmla="*/ 1144445 w 2213448"/>
              <a:gd name="csY499" fmla="*/ 505353 h 840497"/>
              <a:gd name="csX500" fmla="*/ 1169341 w 2213448"/>
              <a:gd name="csY500" fmla="*/ 531713 h 840497"/>
              <a:gd name="csX501" fmla="*/ 1180657 w 2213448"/>
              <a:gd name="csY501" fmla="*/ 506859 h 840497"/>
              <a:gd name="csX502" fmla="*/ 1695921 w 2213448"/>
              <a:gd name="csY502" fmla="*/ 560331 h 840497"/>
              <a:gd name="csX503" fmla="*/ 1697430 w 2213448"/>
              <a:gd name="csY503" fmla="*/ 565603 h 840497"/>
              <a:gd name="csX504" fmla="*/ 1701202 w 2213448"/>
              <a:gd name="csY504" fmla="*/ 559578 h 840497"/>
              <a:gd name="csX505" fmla="*/ 1695921 w 2213448"/>
              <a:gd name="csY505" fmla="*/ 560332 h 840497"/>
              <a:gd name="csX506" fmla="*/ 1665745 w 2213448"/>
              <a:gd name="csY506" fmla="*/ 559578 h 840497"/>
              <a:gd name="csX507" fmla="*/ 1663482 w 2213448"/>
              <a:gd name="csY507" fmla="*/ 576147 h 840497"/>
              <a:gd name="csX508" fmla="*/ 1667254 w 2213448"/>
              <a:gd name="csY508" fmla="*/ 565603 h 840497"/>
              <a:gd name="csX509" fmla="*/ 1665745 w 2213448"/>
              <a:gd name="csY509" fmla="*/ 559578 h 840497"/>
              <a:gd name="csX510" fmla="*/ 1010914 w 2213448"/>
              <a:gd name="csY510" fmla="*/ 434558 h 840497"/>
              <a:gd name="csX511" fmla="*/ 1011669 w 2213448"/>
              <a:gd name="csY511" fmla="*/ 431546 h 840497"/>
              <a:gd name="csX512" fmla="*/ 1011669 w 2213448"/>
              <a:gd name="csY512" fmla="*/ 431546 h 840497"/>
              <a:gd name="csX513" fmla="*/ 1010914 w 2213448"/>
              <a:gd name="csY513" fmla="*/ 434558 h 840497"/>
              <a:gd name="csX514" fmla="*/ 1658201 w 2213448"/>
              <a:gd name="csY514" fmla="*/ 549034 h 840497"/>
              <a:gd name="csX515" fmla="*/ 1658955 w 2213448"/>
              <a:gd name="csY515" fmla="*/ 551294 h 840497"/>
              <a:gd name="csX516" fmla="*/ 1660464 w 2213448"/>
              <a:gd name="csY516" fmla="*/ 550540 h 840497"/>
              <a:gd name="csX517" fmla="*/ 1658201 w 2213448"/>
              <a:gd name="csY517" fmla="*/ 549034 h 840497"/>
              <a:gd name="csX518" fmla="*/ 1654429 w 2213448"/>
              <a:gd name="csY518" fmla="*/ 552047 h 840497"/>
              <a:gd name="csX519" fmla="*/ 1652920 w 2213448"/>
              <a:gd name="csY519" fmla="*/ 547528 h 840497"/>
              <a:gd name="csX520" fmla="*/ 1650657 w 2213448"/>
              <a:gd name="csY520" fmla="*/ 549034 h 840497"/>
              <a:gd name="csX521" fmla="*/ 1654429 w 2213448"/>
              <a:gd name="csY521" fmla="*/ 552047 h 840497"/>
              <a:gd name="csX522" fmla="*/ 1689886 w 2213448"/>
              <a:gd name="csY522" fmla="*/ 543010 h 840497"/>
              <a:gd name="csX523" fmla="*/ 1689886 w 2213448"/>
              <a:gd name="csY523" fmla="*/ 539997 h 840497"/>
              <a:gd name="csX524" fmla="*/ 1687623 w 2213448"/>
              <a:gd name="csY524" fmla="*/ 541503 h 840497"/>
              <a:gd name="csX525" fmla="*/ 1689886 w 2213448"/>
              <a:gd name="csY525" fmla="*/ 543010 h 840497"/>
              <a:gd name="csX526" fmla="*/ 1655937 w 2213448"/>
              <a:gd name="csY526" fmla="*/ 538491 h 840497"/>
              <a:gd name="csX527" fmla="*/ 1655937 w 2213448"/>
              <a:gd name="csY527" fmla="*/ 546022 h 840497"/>
              <a:gd name="csX528" fmla="*/ 1658201 w 2213448"/>
              <a:gd name="csY528" fmla="*/ 540750 h 840497"/>
              <a:gd name="csX529" fmla="*/ 1655937 w 2213448"/>
              <a:gd name="csY529" fmla="*/ 538491 h 840497"/>
              <a:gd name="csX530" fmla="*/ 1598602 w 2213448"/>
              <a:gd name="csY530" fmla="*/ 529453 h 840497"/>
              <a:gd name="csX531" fmla="*/ 1598602 w 2213448"/>
              <a:gd name="csY531" fmla="*/ 527194 h 840497"/>
              <a:gd name="csX532" fmla="*/ 1598602 w 2213448"/>
              <a:gd name="csY532" fmla="*/ 527194 h 840497"/>
              <a:gd name="csX533" fmla="*/ 1598602 w 2213448"/>
              <a:gd name="csY533" fmla="*/ 529453 h 840497"/>
              <a:gd name="csX534" fmla="*/ 1204798 w 2213448"/>
              <a:gd name="csY534" fmla="*/ 436065 h 840497"/>
              <a:gd name="csX535" fmla="*/ 1206307 w 2213448"/>
              <a:gd name="csY535" fmla="*/ 431546 h 840497"/>
              <a:gd name="csX536" fmla="*/ 1205552 w 2213448"/>
              <a:gd name="csY536" fmla="*/ 432299 h 840497"/>
              <a:gd name="csX537" fmla="*/ 1204798 w 2213448"/>
              <a:gd name="csY537" fmla="*/ 436065 h 840497"/>
              <a:gd name="csX538" fmla="*/ 1207062 w 2213448"/>
              <a:gd name="csY538" fmla="*/ 428533 h 840497"/>
              <a:gd name="csX539" fmla="*/ 1206307 w 2213448"/>
              <a:gd name="csY539" fmla="*/ 427780 h 840497"/>
              <a:gd name="csX540" fmla="*/ 1205552 w 2213448"/>
              <a:gd name="csY540" fmla="*/ 428533 h 840497"/>
              <a:gd name="csX541" fmla="*/ 1207061 w 2213448"/>
              <a:gd name="csY541" fmla="*/ 428533 h 840497"/>
              <a:gd name="csX542" fmla="*/ 1240256 w 2213448"/>
              <a:gd name="csY542" fmla="*/ 410458 h 840497"/>
              <a:gd name="csX543" fmla="*/ 1240256 w 2213448"/>
              <a:gd name="csY543" fmla="*/ 409705 h 840497"/>
              <a:gd name="csX544" fmla="*/ 1240256 w 2213448"/>
              <a:gd name="csY544" fmla="*/ 409705 h 840497"/>
              <a:gd name="csX545" fmla="*/ 1240256 w 2213448"/>
              <a:gd name="csY545" fmla="*/ 410458 h 840497"/>
              <a:gd name="csX546" fmla="*/ 1240256 w 2213448"/>
              <a:gd name="csY546" fmla="*/ 407445 h 840497"/>
              <a:gd name="csX547" fmla="*/ 1239501 w 2213448"/>
              <a:gd name="csY547" fmla="*/ 405939 h 840497"/>
              <a:gd name="csX548" fmla="*/ 1239501 w 2213448"/>
              <a:gd name="csY548" fmla="*/ 405939 h 840497"/>
              <a:gd name="csX549" fmla="*/ 1240256 w 2213448"/>
              <a:gd name="csY549" fmla="*/ 407445 h 840497"/>
              <a:gd name="csX550" fmla="*/ 1253835 w 2213448"/>
              <a:gd name="csY550" fmla="*/ 387864 h 840497"/>
              <a:gd name="csX551" fmla="*/ 1253835 w 2213448"/>
              <a:gd name="csY551" fmla="*/ 387864 h 840497"/>
              <a:gd name="csX552" fmla="*/ 1253080 w 2213448"/>
              <a:gd name="csY552" fmla="*/ 387864 h 840497"/>
              <a:gd name="csX553" fmla="*/ 1253835 w 2213448"/>
              <a:gd name="csY553" fmla="*/ 387864 h 840497"/>
              <a:gd name="csX554" fmla="*/ 1258362 w 2213448"/>
              <a:gd name="csY554" fmla="*/ 389370 h 840497"/>
              <a:gd name="csX555" fmla="*/ 1255344 w 2213448"/>
              <a:gd name="csY555" fmla="*/ 387864 h 840497"/>
              <a:gd name="csX556" fmla="*/ 1255344 w 2213448"/>
              <a:gd name="csY556" fmla="*/ 388617 h 840497"/>
              <a:gd name="csX557" fmla="*/ 1258362 w 2213448"/>
              <a:gd name="csY557" fmla="*/ 389371 h 840497"/>
              <a:gd name="csX558" fmla="*/ 1253835 w 2213448"/>
              <a:gd name="csY558" fmla="*/ 386358 h 840497"/>
              <a:gd name="csX559" fmla="*/ 1253835 w 2213448"/>
              <a:gd name="csY559" fmla="*/ 384851 h 840497"/>
              <a:gd name="csX560" fmla="*/ 1252326 w 2213448"/>
              <a:gd name="csY560" fmla="*/ 386358 h 840497"/>
              <a:gd name="csX561" fmla="*/ 1253835 w 2213448"/>
              <a:gd name="csY561" fmla="*/ 386358 h 840497"/>
              <a:gd name="csX562" fmla="*/ 1133129 w 2213448"/>
              <a:gd name="csY562" fmla="*/ 350960 h 840497"/>
              <a:gd name="csX563" fmla="*/ 1131620 w 2213448"/>
              <a:gd name="csY563" fmla="*/ 347195 h 840497"/>
              <a:gd name="csX564" fmla="*/ 1130865 w 2213448"/>
              <a:gd name="csY564" fmla="*/ 344936 h 840497"/>
              <a:gd name="csX565" fmla="*/ 1133129 w 2213448"/>
              <a:gd name="csY565" fmla="*/ 350960 h 840497"/>
              <a:gd name="csX566" fmla="*/ 1144445 w 2213448"/>
              <a:gd name="csY566" fmla="*/ 337404 h 840497"/>
              <a:gd name="csX567" fmla="*/ 1145200 w 2213448"/>
              <a:gd name="csY567" fmla="*/ 337404 h 840497"/>
              <a:gd name="csX568" fmla="*/ 1145955 w 2213448"/>
              <a:gd name="csY568" fmla="*/ 338157 h 840497"/>
              <a:gd name="csX569" fmla="*/ 1144446 w 2213448"/>
              <a:gd name="csY569" fmla="*/ 337404 h 840497"/>
              <a:gd name="csX570" fmla="*/ 1124076 w 2213448"/>
              <a:gd name="csY570" fmla="*/ 333638 h 840497"/>
              <a:gd name="csX571" fmla="*/ 1118041 w 2213448"/>
              <a:gd name="csY571" fmla="*/ 326107 h 840497"/>
              <a:gd name="csX572" fmla="*/ 1122567 w 2213448"/>
              <a:gd name="csY572" fmla="*/ 332132 h 840497"/>
              <a:gd name="csX573" fmla="*/ 1124076 w 2213448"/>
              <a:gd name="csY573" fmla="*/ 333638 h 840497"/>
              <a:gd name="csX574" fmla="*/ 1112005 w 2213448"/>
              <a:gd name="csY574" fmla="*/ 321588 h 840497"/>
              <a:gd name="csX575" fmla="*/ 1110497 w 2213448"/>
              <a:gd name="csY575" fmla="*/ 321588 h 840497"/>
              <a:gd name="csX576" fmla="*/ 1112760 w 2213448"/>
              <a:gd name="csY576" fmla="*/ 322342 h 840497"/>
              <a:gd name="csX577" fmla="*/ 1112005 w 2213448"/>
              <a:gd name="csY577" fmla="*/ 321588 h 840497"/>
              <a:gd name="csX578" fmla="*/ 1113514 w 2213448"/>
              <a:gd name="csY578" fmla="*/ 313304 h 840497"/>
              <a:gd name="csX579" fmla="*/ 1113514 w 2213448"/>
              <a:gd name="csY579" fmla="*/ 313304 h 840497"/>
              <a:gd name="csX580" fmla="*/ 1113514 w 2213448"/>
              <a:gd name="csY580" fmla="*/ 313304 h 840497"/>
              <a:gd name="csX581" fmla="*/ 1113514 w 2213448"/>
              <a:gd name="csY581" fmla="*/ 313304 h 840497"/>
              <a:gd name="csX582" fmla="*/ 1112005 w 2213448"/>
              <a:gd name="csY582" fmla="*/ 312550 h 840497"/>
              <a:gd name="csX583" fmla="*/ 1112005 w 2213448"/>
              <a:gd name="csY583" fmla="*/ 312550 h 840497"/>
              <a:gd name="csX584" fmla="*/ 1113514 w 2213448"/>
              <a:gd name="csY584" fmla="*/ 313304 h 840497"/>
              <a:gd name="csX585" fmla="*/ 1112005 w 2213448"/>
              <a:gd name="csY585" fmla="*/ 312550 h 840497"/>
              <a:gd name="csX586" fmla="*/ 1311925 w 2213448"/>
              <a:gd name="csY586" fmla="*/ 372048 h 840497"/>
              <a:gd name="csX587" fmla="*/ 1303626 w 2213448"/>
              <a:gd name="csY587" fmla="*/ 372801 h 840497"/>
              <a:gd name="csX588" fmla="*/ 1308153 w 2213448"/>
              <a:gd name="csY588" fmla="*/ 375061 h 840497"/>
              <a:gd name="csX589" fmla="*/ 1311925 w 2213448"/>
              <a:gd name="csY589" fmla="*/ 372048 h 840497"/>
              <a:gd name="csX590" fmla="*/ 1103707 w 2213448"/>
              <a:gd name="csY590" fmla="*/ 298994 h 840497"/>
              <a:gd name="csX591" fmla="*/ 1097671 w 2213448"/>
              <a:gd name="csY591" fmla="*/ 321588 h 840497"/>
              <a:gd name="csX592" fmla="*/ 1116532 w 2213448"/>
              <a:gd name="csY592" fmla="*/ 324601 h 840497"/>
              <a:gd name="csX593" fmla="*/ 1141428 w 2213448"/>
              <a:gd name="csY593" fmla="*/ 350207 h 840497"/>
              <a:gd name="csX594" fmla="*/ 1156516 w 2213448"/>
              <a:gd name="csY594" fmla="*/ 343429 h 840497"/>
              <a:gd name="csX595" fmla="*/ 1103707 w 2213448"/>
              <a:gd name="csY595" fmla="*/ 298994 h 840497"/>
              <a:gd name="csX596" fmla="*/ 1235729 w 2213448"/>
              <a:gd name="csY596" fmla="*/ 308032 h 840497"/>
              <a:gd name="csX597" fmla="*/ 1235729 w 2213448"/>
              <a:gd name="csY597" fmla="*/ 306526 h 840497"/>
              <a:gd name="csX598" fmla="*/ 1235729 w 2213448"/>
              <a:gd name="csY598" fmla="*/ 307279 h 840497"/>
              <a:gd name="csX599" fmla="*/ 1235729 w 2213448"/>
              <a:gd name="csY599" fmla="*/ 308032 h 840497"/>
              <a:gd name="csX600" fmla="*/ 1198009 w 2213448"/>
              <a:gd name="csY600" fmla="*/ 228200 h 840497"/>
              <a:gd name="csX601" fmla="*/ 1196500 w 2213448"/>
              <a:gd name="csY601" fmla="*/ 227446 h 840497"/>
              <a:gd name="csX602" fmla="*/ 1197254 w 2213448"/>
              <a:gd name="csY602" fmla="*/ 228200 h 840497"/>
              <a:gd name="csX603" fmla="*/ 1198009 w 2213448"/>
              <a:gd name="csY603" fmla="*/ 228200 h 840497"/>
              <a:gd name="csX604" fmla="*/ 1219886 w 2213448"/>
              <a:gd name="csY604" fmla="*/ 235731 h 840497"/>
              <a:gd name="csX605" fmla="*/ 1222150 w 2213448"/>
              <a:gd name="csY605" fmla="*/ 234977 h 840497"/>
              <a:gd name="csX606" fmla="*/ 1221395 w 2213448"/>
              <a:gd name="csY606" fmla="*/ 234977 h 840497"/>
              <a:gd name="csX607" fmla="*/ 1219886 w 2213448"/>
              <a:gd name="csY607" fmla="*/ 235731 h 840497"/>
              <a:gd name="csX608" fmla="*/ 1234975 w 2213448"/>
              <a:gd name="csY608" fmla="*/ 231212 h 840497"/>
              <a:gd name="csX609" fmla="*/ 1237238 w 2213448"/>
              <a:gd name="csY609" fmla="*/ 231212 h 840497"/>
              <a:gd name="csX610" fmla="*/ 1244028 w 2213448"/>
              <a:gd name="csY610" fmla="*/ 228200 h 840497"/>
              <a:gd name="csX611" fmla="*/ 1234975 w 2213448"/>
              <a:gd name="csY611" fmla="*/ 231212 h 840497"/>
              <a:gd name="csX612" fmla="*/ 1262134 w 2213448"/>
              <a:gd name="csY612" fmla="*/ 222928 h 840497"/>
              <a:gd name="csX613" fmla="*/ 1263643 w 2213448"/>
              <a:gd name="csY613" fmla="*/ 221421 h 840497"/>
              <a:gd name="csX614" fmla="*/ 1261379 w 2213448"/>
              <a:gd name="csY614" fmla="*/ 222928 h 840497"/>
              <a:gd name="csX615" fmla="*/ 1262134 w 2213448"/>
              <a:gd name="csY615" fmla="*/ 222928 h 840497"/>
              <a:gd name="csX616" fmla="*/ 1265906 w 2213448"/>
              <a:gd name="csY616" fmla="*/ 222174 h 840497"/>
              <a:gd name="csX617" fmla="*/ 1270432 w 2213448"/>
              <a:gd name="csY617" fmla="*/ 219915 h 840497"/>
              <a:gd name="csX618" fmla="*/ 1266660 w 2213448"/>
              <a:gd name="csY618" fmla="*/ 220668 h 840497"/>
              <a:gd name="csX619" fmla="*/ 1265905 w 2213448"/>
              <a:gd name="csY619" fmla="*/ 222174 h 840497"/>
              <a:gd name="csX620" fmla="*/ 1277222 w 2213448"/>
              <a:gd name="csY620" fmla="*/ 217656 h 840497"/>
              <a:gd name="csX621" fmla="*/ 1273450 w 2213448"/>
              <a:gd name="csY621" fmla="*/ 218409 h 840497"/>
              <a:gd name="csX622" fmla="*/ 1273450 w 2213448"/>
              <a:gd name="csY622" fmla="*/ 219162 h 840497"/>
              <a:gd name="csX623" fmla="*/ 1277222 w 2213448"/>
              <a:gd name="csY623" fmla="*/ 217656 h 840497"/>
              <a:gd name="csX624" fmla="*/ 1281748 w 2213448"/>
              <a:gd name="csY624" fmla="*/ 216902 h 840497"/>
              <a:gd name="csX625" fmla="*/ 1281748 w 2213448"/>
              <a:gd name="csY625" fmla="*/ 216902 h 840497"/>
              <a:gd name="csX626" fmla="*/ 1281748 w 2213448"/>
              <a:gd name="csY626" fmla="*/ 216902 h 840497"/>
              <a:gd name="csX627" fmla="*/ 1281748 w 2213448"/>
              <a:gd name="csY627" fmla="*/ 216902 h 840497"/>
              <a:gd name="csX628" fmla="*/ 1761555 w 2213448"/>
              <a:gd name="csY628" fmla="*/ 81338 h 840497"/>
              <a:gd name="csX629" fmla="*/ 1758538 w 2213448"/>
              <a:gd name="csY629" fmla="*/ 79079 h 840497"/>
              <a:gd name="csX630" fmla="*/ 1753257 w 2213448"/>
              <a:gd name="csY630" fmla="*/ 76819 h 840497"/>
              <a:gd name="csX631" fmla="*/ 1761555 w 2213448"/>
              <a:gd name="csY631" fmla="*/ 81338 h 840497"/>
              <a:gd name="csX632" fmla="*/ 1366243 w 2213448"/>
              <a:gd name="csY632" fmla="*/ 64769 h 840497"/>
              <a:gd name="csX633" fmla="*/ 1373032 w 2213448"/>
              <a:gd name="csY633" fmla="*/ 55732 h 840497"/>
              <a:gd name="csX634" fmla="*/ 1369260 w 2213448"/>
              <a:gd name="csY634" fmla="*/ 58744 h 840497"/>
              <a:gd name="csX635" fmla="*/ 1366243 w 2213448"/>
              <a:gd name="csY635" fmla="*/ 64769 h 840497"/>
              <a:gd name="csX636" fmla="*/ 1375296 w 2213448"/>
              <a:gd name="csY636" fmla="*/ 54225 h 840497"/>
              <a:gd name="csX637" fmla="*/ 1378313 w 2213448"/>
              <a:gd name="csY637" fmla="*/ 49707 h 840497"/>
              <a:gd name="csX638" fmla="*/ 1376804 w 2213448"/>
              <a:gd name="csY638" fmla="*/ 51213 h 840497"/>
              <a:gd name="csX639" fmla="*/ 1375296 w 2213448"/>
              <a:gd name="csY639" fmla="*/ 54225 h 840497"/>
              <a:gd name="csX640" fmla="*/ 1379822 w 2213448"/>
              <a:gd name="csY640" fmla="*/ 48200 h 840497"/>
              <a:gd name="csX641" fmla="*/ 1385103 w 2213448"/>
              <a:gd name="csY641" fmla="*/ 43682 h 840497"/>
              <a:gd name="csX642" fmla="*/ 1382085 w 2213448"/>
              <a:gd name="csY642" fmla="*/ 45188 h 840497"/>
              <a:gd name="csX643" fmla="*/ 1379822 w 2213448"/>
              <a:gd name="csY643" fmla="*/ 48200 h 840497"/>
              <a:gd name="csX644" fmla="*/ 1617462 w 2213448"/>
              <a:gd name="csY644" fmla="*/ 49707 h 840497"/>
              <a:gd name="csX645" fmla="*/ 1621234 w 2213448"/>
              <a:gd name="csY645" fmla="*/ 53472 h 840497"/>
              <a:gd name="csX646" fmla="*/ 1623498 w 2213448"/>
              <a:gd name="csY646" fmla="*/ 53472 h 840497"/>
              <a:gd name="csX647" fmla="*/ 1617462 w 2213448"/>
              <a:gd name="csY647" fmla="*/ 49707 h 840497"/>
              <a:gd name="csX648" fmla="*/ 1496002 w 2213448"/>
              <a:gd name="csY648" fmla="*/ 0 h 840497"/>
              <a:gd name="csX649" fmla="*/ 1465071 w 2213448"/>
              <a:gd name="csY649" fmla="*/ 25606 h 840497"/>
              <a:gd name="csX650" fmla="*/ 1446211 w 2213448"/>
              <a:gd name="csY650" fmla="*/ 20335 h 840497"/>
              <a:gd name="csX651" fmla="*/ 1402455 w 2213448"/>
              <a:gd name="csY651" fmla="*/ 45188 h 840497"/>
              <a:gd name="csX652" fmla="*/ 1394156 w 2213448"/>
              <a:gd name="csY652" fmla="*/ 39916 h 840497"/>
              <a:gd name="csX653" fmla="*/ 1344365 w 2213448"/>
              <a:gd name="csY653" fmla="*/ 95648 h 840497"/>
              <a:gd name="csX654" fmla="*/ 1293819 w 2213448"/>
              <a:gd name="csY654" fmla="*/ 106945 h 840497"/>
              <a:gd name="csX655" fmla="*/ 1298346 w 2213448"/>
              <a:gd name="csY655" fmla="*/ 134057 h 840497"/>
              <a:gd name="csX656" fmla="*/ 1320978 w 2213448"/>
              <a:gd name="csY656" fmla="*/ 164936 h 840497"/>
              <a:gd name="csX657" fmla="*/ 1363225 w 2213448"/>
              <a:gd name="csY657" fmla="*/ 205605 h 840497"/>
              <a:gd name="csX658" fmla="*/ 1356435 w 2213448"/>
              <a:gd name="csY658" fmla="*/ 221421 h 840497"/>
              <a:gd name="csX659" fmla="*/ 1388121 w 2213448"/>
              <a:gd name="csY659" fmla="*/ 234977 h 840497"/>
              <a:gd name="csX660" fmla="*/ 1371524 w 2213448"/>
              <a:gd name="csY660" fmla="*/ 237990 h 840497"/>
              <a:gd name="csX661" fmla="*/ 1351154 w 2213448"/>
              <a:gd name="csY661" fmla="*/ 222174 h 840497"/>
              <a:gd name="csX662" fmla="*/ 1361716 w 2213448"/>
              <a:gd name="csY662" fmla="*/ 245521 h 840497"/>
              <a:gd name="csX663" fmla="*/ 1348137 w 2213448"/>
              <a:gd name="csY663" fmla="*/ 253806 h 840497"/>
              <a:gd name="csX664" fmla="*/ 1305135 w 2213448"/>
              <a:gd name="csY664" fmla="*/ 214643 h 840497"/>
              <a:gd name="csX665" fmla="*/ 1271187 w 2213448"/>
              <a:gd name="csY665" fmla="*/ 220668 h 840497"/>
              <a:gd name="csX666" fmla="*/ 1213097 w 2213448"/>
              <a:gd name="csY666" fmla="*/ 242509 h 840497"/>
              <a:gd name="csX667" fmla="*/ 1239501 w 2213448"/>
              <a:gd name="csY667" fmla="*/ 271881 h 840497"/>
              <a:gd name="csX668" fmla="*/ 1235729 w 2213448"/>
              <a:gd name="csY668" fmla="*/ 289956 h 840497"/>
              <a:gd name="csX669" fmla="*/ 1253081 w 2213448"/>
              <a:gd name="csY669" fmla="*/ 311043 h 840497"/>
              <a:gd name="csX670" fmla="*/ 1310416 w 2213448"/>
              <a:gd name="csY670" fmla="*/ 333637 h 840497"/>
              <a:gd name="csX671" fmla="*/ 1351909 w 2213448"/>
              <a:gd name="csY671" fmla="*/ 312550 h 840497"/>
              <a:gd name="csX672" fmla="*/ 1358699 w 2213448"/>
              <a:gd name="csY672" fmla="*/ 328366 h 840497"/>
              <a:gd name="csX673" fmla="*/ 1347382 w 2213448"/>
              <a:gd name="csY673" fmla="*/ 375813 h 840497"/>
              <a:gd name="csX674" fmla="*/ 1312679 w 2213448"/>
              <a:gd name="csY674" fmla="*/ 375813 h 840497"/>
              <a:gd name="csX675" fmla="*/ 1271941 w 2213448"/>
              <a:gd name="csY675" fmla="*/ 393888 h 840497"/>
              <a:gd name="csX676" fmla="*/ 1269678 w 2213448"/>
              <a:gd name="csY676" fmla="*/ 381085 h 840497"/>
              <a:gd name="csX677" fmla="*/ 1248554 w 2213448"/>
              <a:gd name="csY677" fmla="*/ 389369 h 840497"/>
              <a:gd name="csX678" fmla="*/ 1238747 w 2213448"/>
              <a:gd name="csY678" fmla="*/ 411210 h 840497"/>
              <a:gd name="csX679" fmla="*/ 1204044 w 2213448"/>
              <a:gd name="csY679" fmla="*/ 437570 h 840497"/>
              <a:gd name="csX680" fmla="*/ 1204044 w 2213448"/>
              <a:gd name="csY680" fmla="*/ 475980 h 840497"/>
              <a:gd name="csX681" fmla="*/ 1217623 w 2213448"/>
              <a:gd name="csY681" fmla="*/ 482005 h 840497"/>
              <a:gd name="csX682" fmla="*/ 1207062 w 2213448"/>
              <a:gd name="csY682" fmla="*/ 514389 h 840497"/>
              <a:gd name="csX683" fmla="*/ 1252326 w 2213448"/>
              <a:gd name="csY683" fmla="*/ 553552 h 840497"/>
              <a:gd name="csX684" fmla="*/ 1280994 w 2213448"/>
              <a:gd name="csY684" fmla="*/ 541502 h 840497"/>
              <a:gd name="csX685" fmla="*/ 1274959 w 2213448"/>
              <a:gd name="csY685" fmla="*/ 589703 h 840497"/>
              <a:gd name="csX686" fmla="*/ 1283257 w 2213448"/>
              <a:gd name="csY686" fmla="*/ 600246 h 840497"/>
              <a:gd name="csX687" fmla="*/ 1317960 w 2213448"/>
              <a:gd name="csY687" fmla="*/ 607778 h 840497"/>
              <a:gd name="csX688" fmla="*/ 1330785 w 2213448"/>
              <a:gd name="csY688" fmla="*/ 622087 h 840497"/>
              <a:gd name="csX689" fmla="*/ 1360962 w 2213448"/>
              <a:gd name="csY689" fmla="*/ 624347 h 840497"/>
              <a:gd name="csX690" fmla="*/ 1375296 w 2213448"/>
              <a:gd name="csY690" fmla="*/ 639410 h 840497"/>
              <a:gd name="csX691" fmla="*/ 1406227 w 2213448"/>
              <a:gd name="csY691" fmla="*/ 630372 h 840497"/>
              <a:gd name="csX692" fmla="*/ 1391893 w 2213448"/>
              <a:gd name="csY692" fmla="*/ 649953 h 840497"/>
              <a:gd name="csX693" fmla="*/ 1380577 w 2213448"/>
              <a:gd name="csY693" fmla="*/ 689869 h 840497"/>
              <a:gd name="csX694" fmla="*/ 1288538 w 2213448"/>
              <a:gd name="csY694" fmla="*/ 749367 h 840497"/>
              <a:gd name="csX695" fmla="*/ 1276468 w 2213448"/>
              <a:gd name="csY695" fmla="*/ 761417 h 840497"/>
              <a:gd name="csX696" fmla="*/ 1259116 w 2213448"/>
              <a:gd name="csY696" fmla="*/ 754639 h 840497"/>
              <a:gd name="csX697" fmla="*/ 1231203 w 2213448"/>
              <a:gd name="csY697" fmla="*/ 761417 h 840497"/>
              <a:gd name="csX698" fmla="*/ 1191219 w 2213448"/>
              <a:gd name="csY698" fmla="*/ 787776 h 840497"/>
              <a:gd name="csX699" fmla="*/ 1253835 w 2213448"/>
              <a:gd name="csY699" fmla="*/ 769701 h 840497"/>
              <a:gd name="csX700" fmla="*/ 1262888 w 2213448"/>
              <a:gd name="csY700" fmla="*/ 783258 h 840497"/>
              <a:gd name="csX701" fmla="*/ 1343610 w 2213448"/>
              <a:gd name="csY701" fmla="*/ 756898 h 840497"/>
              <a:gd name="csX702" fmla="*/ 1345874 w 2213448"/>
              <a:gd name="csY702" fmla="*/ 767442 h 840497"/>
              <a:gd name="csX703" fmla="*/ 1377559 w 2213448"/>
              <a:gd name="csY703" fmla="*/ 735810 h 840497"/>
              <a:gd name="csX704" fmla="*/ 1443947 w 2213448"/>
              <a:gd name="csY704" fmla="*/ 689869 h 840497"/>
              <a:gd name="csX705" fmla="*/ 1449228 w 2213448"/>
              <a:gd name="csY705" fmla="*/ 692882 h 840497"/>
              <a:gd name="csX706" fmla="*/ 1507318 w 2213448"/>
              <a:gd name="csY706" fmla="*/ 646941 h 840497"/>
              <a:gd name="csX707" fmla="*/ 1492230 w 2213448"/>
              <a:gd name="csY707" fmla="*/ 628866 h 840497"/>
              <a:gd name="csX708" fmla="*/ 1511844 w 2213448"/>
              <a:gd name="csY708" fmla="*/ 596481 h 840497"/>
              <a:gd name="csX709" fmla="*/ 1563145 w 2213448"/>
              <a:gd name="csY709" fmla="*/ 535477 h 840497"/>
              <a:gd name="csX710" fmla="*/ 1602374 w 2213448"/>
              <a:gd name="csY710" fmla="*/ 527946 h 840497"/>
              <a:gd name="csX711" fmla="*/ 1614445 w 2213448"/>
              <a:gd name="csY711" fmla="*/ 536230 h 840497"/>
              <a:gd name="csX712" fmla="*/ 1566917 w 2213448"/>
              <a:gd name="csY712" fmla="*/ 549787 h 840497"/>
              <a:gd name="csX713" fmla="*/ 1554092 w 2213448"/>
              <a:gd name="csY713" fmla="*/ 600246 h 840497"/>
              <a:gd name="csX714" fmla="*/ 1555601 w 2213448"/>
              <a:gd name="csY714" fmla="*/ 627359 h 840497"/>
              <a:gd name="csX715" fmla="*/ 1572198 w 2213448"/>
              <a:gd name="csY715" fmla="*/ 625853 h 840497"/>
              <a:gd name="csX716" fmla="*/ 1652165 w 2213448"/>
              <a:gd name="csY716" fmla="*/ 577653 h 840497"/>
              <a:gd name="csX717" fmla="*/ 1658201 w 2213448"/>
              <a:gd name="csY717" fmla="*/ 559577 h 840497"/>
              <a:gd name="csX718" fmla="*/ 1651411 w 2213448"/>
              <a:gd name="csY718" fmla="*/ 531711 h 840497"/>
              <a:gd name="csX719" fmla="*/ 1675552 w 2213448"/>
              <a:gd name="csY719" fmla="*/ 537737 h 840497"/>
              <a:gd name="csX720" fmla="*/ 1692904 w 2213448"/>
              <a:gd name="csY720" fmla="*/ 526440 h 840497"/>
              <a:gd name="csX721" fmla="*/ 1742695 w 2213448"/>
              <a:gd name="csY721" fmla="*/ 556565 h 840497"/>
              <a:gd name="csX722" fmla="*/ 1738923 w 2213448"/>
              <a:gd name="csY722" fmla="*/ 564849 h 840497"/>
              <a:gd name="csX723" fmla="*/ 1852085 w 2213448"/>
              <a:gd name="csY723" fmla="*/ 579159 h 840497"/>
              <a:gd name="csX724" fmla="*/ 1878489 w 2213448"/>
              <a:gd name="csY724" fmla="*/ 570874 h 840497"/>
              <a:gd name="csX725" fmla="*/ 1886034 w 2213448"/>
              <a:gd name="csY725" fmla="*/ 582171 h 840497"/>
              <a:gd name="csX726" fmla="*/ 1984107 w 2213448"/>
              <a:gd name="csY726" fmla="*/ 628866 h 840497"/>
              <a:gd name="csX727" fmla="*/ 2000704 w 2213448"/>
              <a:gd name="csY727" fmla="*/ 619075 h 840497"/>
              <a:gd name="csX728" fmla="*/ 2002213 w 2213448"/>
              <a:gd name="csY728" fmla="*/ 562590 h 840497"/>
              <a:gd name="csX729" fmla="*/ 2015038 w 2213448"/>
              <a:gd name="csY729" fmla="*/ 588197 h 840497"/>
              <a:gd name="csX730" fmla="*/ 2078409 w 2213448"/>
              <a:gd name="csY730" fmla="*/ 634138 h 840497"/>
              <a:gd name="csX731" fmla="*/ 2083690 w 2213448"/>
              <a:gd name="csY731" fmla="*/ 652966 h 840497"/>
              <a:gd name="csX732" fmla="*/ 2138762 w 2213448"/>
              <a:gd name="csY732" fmla="*/ 683844 h 840497"/>
              <a:gd name="csX733" fmla="*/ 2153096 w 2213448"/>
              <a:gd name="csY733" fmla="*/ 723760 h 840497"/>
              <a:gd name="csX734" fmla="*/ 2166675 w 2213448"/>
              <a:gd name="csY734" fmla="*/ 692882 h 840497"/>
              <a:gd name="csX735" fmla="*/ 2194589 w 2213448"/>
              <a:gd name="csY735" fmla="*/ 747107 h 840497"/>
              <a:gd name="csX736" fmla="*/ 2213449 w 2213448"/>
              <a:gd name="csY736" fmla="*/ 716229 h 840497"/>
              <a:gd name="csX737" fmla="*/ 2198361 w 2213448"/>
              <a:gd name="csY737" fmla="*/ 677819 h 840497"/>
              <a:gd name="csX738" fmla="*/ 2140271 w 2213448"/>
              <a:gd name="csY738" fmla="*/ 671794 h 840497"/>
              <a:gd name="csX739" fmla="*/ 2051250 w 2213448"/>
              <a:gd name="csY739" fmla="*/ 586690 h 840497"/>
              <a:gd name="csX740" fmla="*/ 2002968 w 2213448"/>
              <a:gd name="csY740" fmla="*/ 551293 h 840497"/>
              <a:gd name="csX741" fmla="*/ 1966001 w 2213448"/>
              <a:gd name="csY741" fmla="*/ 587443 h 840497"/>
              <a:gd name="csX742" fmla="*/ 1944123 w 2213448"/>
              <a:gd name="csY742" fmla="*/ 587443 h 840497"/>
              <a:gd name="csX743" fmla="*/ 1893578 w 2213448"/>
              <a:gd name="csY743" fmla="*/ 554305 h 840497"/>
              <a:gd name="csX744" fmla="*/ 1843786 w 2213448"/>
              <a:gd name="csY744" fmla="*/ 552046 h 840497"/>
              <a:gd name="csX745" fmla="*/ 1772872 w 2213448"/>
              <a:gd name="csY745" fmla="*/ 105438 h 840497"/>
              <a:gd name="csX746" fmla="*/ 1760801 w 2213448"/>
              <a:gd name="csY746" fmla="*/ 84351 h 840497"/>
              <a:gd name="csX747" fmla="*/ 1732133 w 2213448"/>
              <a:gd name="csY747" fmla="*/ 67029 h 840497"/>
              <a:gd name="csX748" fmla="*/ 1689132 w 2213448"/>
              <a:gd name="csY748" fmla="*/ 75313 h 840497"/>
              <a:gd name="csX749" fmla="*/ 1655937 w 2213448"/>
              <a:gd name="csY749" fmla="*/ 68535 h 840497"/>
              <a:gd name="csX750" fmla="*/ 1613690 w 2213448"/>
              <a:gd name="csY750" fmla="*/ 51966 h 840497"/>
              <a:gd name="csX751" fmla="*/ 1569180 w 2213448"/>
              <a:gd name="csY751" fmla="*/ 54978 h 840497"/>
              <a:gd name="csX752" fmla="*/ 1557864 w 2213448"/>
              <a:gd name="csY752" fmla="*/ 33891 h 840497"/>
              <a:gd name="csX753" fmla="*/ 1522406 w 2213448"/>
              <a:gd name="csY753" fmla="*/ 28619 h 840497"/>
              <a:gd name="csX754" fmla="*/ 1516371 w 2213448"/>
              <a:gd name="csY754" fmla="*/ 15816 h 840497"/>
              <a:gd name="csX755" fmla="*/ 1500528 w 2213448"/>
              <a:gd name="csY755" fmla="*/ 33891 h 840497"/>
              <a:gd name="csX756" fmla="*/ 1496002 w 2213448"/>
              <a:gd name="csY756" fmla="*/ 0 h 8404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  <a:cxn ang="0">
                <a:pos x="csX312" y="csY312"/>
              </a:cxn>
              <a:cxn ang="0">
                <a:pos x="csX313" y="csY313"/>
              </a:cxn>
              <a:cxn ang="0">
                <a:pos x="csX314" y="csY314"/>
              </a:cxn>
              <a:cxn ang="0">
                <a:pos x="csX315" y="csY315"/>
              </a:cxn>
              <a:cxn ang="0">
                <a:pos x="csX316" y="csY316"/>
              </a:cxn>
              <a:cxn ang="0">
                <a:pos x="csX317" y="csY317"/>
              </a:cxn>
              <a:cxn ang="0">
                <a:pos x="csX318" y="csY318"/>
              </a:cxn>
              <a:cxn ang="0">
                <a:pos x="csX319" y="csY319"/>
              </a:cxn>
              <a:cxn ang="0">
                <a:pos x="csX320" y="csY320"/>
              </a:cxn>
              <a:cxn ang="0">
                <a:pos x="csX321" y="csY321"/>
              </a:cxn>
              <a:cxn ang="0">
                <a:pos x="csX322" y="csY322"/>
              </a:cxn>
              <a:cxn ang="0">
                <a:pos x="csX323" y="csY323"/>
              </a:cxn>
              <a:cxn ang="0">
                <a:pos x="csX324" y="csY324"/>
              </a:cxn>
              <a:cxn ang="0">
                <a:pos x="csX325" y="csY325"/>
              </a:cxn>
              <a:cxn ang="0">
                <a:pos x="csX326" y="csY326"/>
              </a:cxn>
              <a:cxn ang="0">
                <a:pos x="csX327" y="csY327"/>
              </a:cxn>
              <a:cxn ang="0">
                <a:pos x="csX328" y="csY328"/>
              </a:cxn>
              <a:cxn ang="0">
                <a:pos x="csX329" y="csY329"/>
              </a:cxn>
              <a:cxn ang="0">
                <a:pos x="csX330" y="csY330"/>
              </a:cxn>
              <a:cxn ang="0">
                <a:pos x="csX331" y="csY331"/>
              </a:cxn>
              <a:cxn ang="0">
                <a:pos x="csX332" y="csY332"/>
              </a:cxn>
              <a:cxn ang="0">
                <a:pos x="csX333" y="csY333"/>
              </a:cxn>
              <a:cxn ang="0">
                <a:pos x="csX334" y="csY334"/>
              </a:cxn>
              <a:cxn ang="0">
                <a:pos x="csX335" y="csY335"/>
              </a:cxn>
              <a:cxn ang="0">
                <a:pos x="csX336" y="csY336"/>
              </a:cxn>
              <a:cxn ang="0">
                <a:pos x="csX337" y="csY337"/>
              </a:cxn>
              <a:cxn ang="0">
                <a:pos x="csX338" y="csY338"/>
              </a:cxn>
              <a:cxn ang="0">
                <a:pos x="csX339" y="csY339"/>
              </a:cxn>
              <a:cxn ang="0">
                <a:pos x="csX340" y="csY340"/>
              </a:cxn>
              <a:cxn ang="0">
                <a:pos x="csX341" y="csY341"/>
              </a:cxn>
              <a:cxn ang="0">
                <a:pos x="csX342" y="csY342"/>
              </a:cxn>
              <a:cxn ang="0">
                <a:pos x="csX343" y="csY343"/>
              </a:cxn>
              <a:cxn ang="0">
                <a:pos x="csX344" y="csY344"/>
              </a:cxn>
              <a:cxn ang="0">
                <a:pos x="csX345" y="csY345"/>
              </a:cxn>
              <a:cxn ang="0">
                <a:pos x="csX346" y="csY346"/>
              </a:cxn>
              <a:cxn ang="0">
                <a:pos x="csX347" y="csY347"/>
              </a:cxn>
              <a:cxn ang="0">
                <a:pos x="csX348" y="csY348"/>
              </a:cxn>
              <a:cxn ang="0">
                <a:pos x="csX349" y="csY349"/>
              </a:cxn>
              <a:cxn ang="0">
                <a:pos x="csX350" y="csY350"/>
              </a:cxn>
              <a:cxn ang="0">
                <a:pos x="csX351" y="csY351"/>
              </a:cxn>
              <a:cxn ang="0">
                <a:pos x="csX352" y="csY352"/>
              </a:cxn>
              <a:cxn ang="0">
                <a:pos x="csX353" y="csY353"/>
              </a:cxn>
              <a:cxn ang="0">
                <a:pos x="csX354" y="csY354"/>
              </a:cxn>
              <a:cxn ang="0">
                <a:pos x="csX355" y="csY355"/>
              </a:cxn>
              <a:cxn ang="0">
                <a:pos x="csX356" y="csY356"/>
              </a:cxn>
              <a:cxn ang="0">
                <a:pos x="csX357" y="csY357"/>
              </a:cxn>
              <a:cxn ang="0">
                <a:pos x="csX358" y="csY358"/>
              </a:cxn>
              <a:cxn ang="0">
                <a:pos x="csX359" y="csY359"/>
              </a:cxn>
              <a:cxn ang="0">
                <a:pos x="csX360" y="csY360"/>
              </a:cxn>
              <a:cxn ang="0">
                <a:pos x="csX361" y="csY361"/>
              </a:cxn>
              <a:cxn ang="0">
                <a:pos x="csX362" y="csY362"/>
              </a:cxn>
              <a:cxn ang="0">
                <a:pos x="csX363" y="csY363"/>
              </a:cxn>
              <a:cxn ang="0">
                <a:pos x="csX364" y="csY364"/>
              </a:cxn>
              <a:cxn ang="0">
                <a:pos x="csX365" y="csY365"/>
              </a:cxn>
              <a:cxn ang="0">
                <a:pos x="csX366" y="csY366"/>
              </a:cxn>
              <a:cxn ang="0">
                <a:pos x="csX367" y="csY367"/>
              </a:cxn>
              <a:cxn ang="0">
                <a:pos x="csX368" y="csY368"/>
              </a:cxn>
              <a:cxn ang="0">
                <a:pos x="csX369" y="csY369"/>
              </a:cxn>
              <a:cxn ang="0">
                <a:pos x="csX370" y="csY370"/>
              </a:cxn>
              <a:cxn ang="0">
                <a:pos x="csX371" y="csY371"/>
              </a:cxn>
              <a:cxn ang="0">
                <a:pos x="csX372" y="csY372"/>
              </a:cxn>
              <a:cxn ang="0">
                <a:pos x="csX373" y="csY373"/>
              </a:cxn>
              <a:cxn ang="0">
                <a:pos x="csX374" y="csY374"/>
              </a:cxn>
              <a:cxn ang="0">
                <a:pos x="csX375" y="csY375"/>
              </a:cxn>
              <a:cxn ang="0">
                <a:pos x="csX376" y="csY376"/>
              </a:cxn>
              <a:cxn ang="0">
                <a:pos x="csX377" y="csY377"/>
              </a:cxn>
              <a:cxn ang="0">
                <a:pos x="csX378" y="csY378"/>
              </a:cxn>
              <a:cxn ang="0">
                <a:pos x="csX379" y="csY379"/>
              </a:cxn>
              <a:cxn ang="0">
                <a:pos x="csX380" y="csY380"/>
              </a:cxn>
              <a:cxn ang="0">
                <a:pos x="csX381" y="csY381"/>
              </a:cxn>
              <a:cxn ang="0">
                <a:pos x="csX382" y="csY382"/>
              </a:cxn>
              <a:cxn ang="0">
                <a:pos x="csX383" y="csY383"/>
              </a:cxn>
              <a:cxn ang="0">
                <a:pos x="csX384" y="csY384"/>
              </a:cxn>
              <a:cxn ang="0">
                <a:pos x="csX385" y="csY385"/>
              </a:cxn>
              <a:cxn ang="0">
                <a:pos x="csX386" y="csY386"/>
              </a:cxn>
              <a:cxn ang="0">
                <a:pos x="csX387" y="csY387"/>
              </a:cxn>
              <a:cxn ang="0">
                <a:pos x="csX388" y="csY388"/>
              </a:cxn>
              <a:cxn ang="0">
                <a:pos x="csX389" y="csY389"/>
              </a:cxn>
              <a:cxn ang="0">
                <a:pos x="csX390" y="csY390"/>
              </a:cxn>
              <a:cxn ang="0">
                <a:pos x="csX391" y="csY391"/>
              </a:cxn>
              <a:cxn ang="0">
                <a:pos x="csX392" y="csY392"/>
              </a:cxn>
              <a:cxn ang="0">
                <a:pos x="csX393" y="csY393"/>
              </a:cxn>
              <a:cxn ang="0">
                <a:pos x="csX394" y="csY394"/>
              </a:cxn>
              <a:cxn ang="0">
                <a:pos x="csX395" y="csY395"/>
              </a:cxn>
              <a:cxn ang="0">
                <a:pos x="csX396" y="csY396"/>
              </a:cxn>
              <a:cxn ang="0">
                <a:pos x="csX397" y="csY397"/>
              </a:cxn>
              <a:cxn ang="0">
                <a:pos x="csX398" y="csY398"/>
              </a:cxn>
              <a:cxn ang="0">
                <a:pos x="csX399" y="csY399"/>
              </a:cxn>
              <a:cxn ang="0">
                <a:pos x="csX400" y="csY400"/>
              </a:cxn>
              <a:cxn ang="0">
                <a:pos x="csX401" y="csY401"/>
              </a:cxn>
              <a:cxn ang="0">
                <a:pos x="csX402" y="csY402"/>
              </a:cxn>
              <a:cxn ang="0">
                <a:pos x="csX403" y="csY403"/>
              </a:cxn>
              <a:cxn ang="0">
                <a:pos x="csX404" y="csY404"/>
              </a:cxn>
              <a:cxn ang="0">
                <a:pos x="csX405" y="csY405"/>
              </a:cxn>
              <a:cxn ang="0">
                <a:pos x="csX406" y="csY406"/>
              </a:cxn>
              <a:cxn ang="0">
                <a:pos x="csX407" y="csY407"/>
              </a:cxn>
              <a:cxn ang="0">
                <a:pos x="csX408" y="csY408"/>
              </a:cxn>
              <a:cxn ang="0">
                <a:pos x="csX409" y="csY409"/>
              </a:cxn>
              <a:cxn ang="0">
                <a:pos x="csX410" y="csY410"/>
              </a:cxn>
              <a:cxn ang="0">
                <a:pos x="csX411" y="csY411"/>
              </a:cxn>
              <a:cxn ang="0">
                <a:pos x="csX412" y="csY412"/>
              </a:cxn>
              <a:cxn ang="0">
                <a:pos x="csX413" y="csY413"/>
              </a:cxn>
              <a:cxn ang="0">
                <a:pos x="csX414" y="csY414"/>
              </a:cxn>
              <a:cxn ang="0">
                <a:pos x="csX415" y="csY415"/>
              </a:cxn>
              <a:cxn ang="0">
                <a:pos x="csX416" y="csY416"/>
              </a:cxn>
              <a:cxn ang="0">
                <a:pos x="csX417" y="csY417"/>
              </a:cxn>
              <a:cxn ang="0">
                <a:pos x="csX418" y="csY418"/>
              </a:cxn>
              <a:cxn ang="0">
                <a:pos x="csX419" y="csY419"/>
              </a:cxn>
              <a:cxn ang="0">
                <a:pos x="csX420" y="csY420"/>
              </a:cxn>
              <a:cxn ang="0">
                <a:pos x="csX421" y="csY421"/>
              </a:cxn>
              <a:cxn ang="0">
                <a:pos x="csX422" y="csY422"/>
              </a:cxn>
              <a:cxn ang="0">
                <a:pos x="csX423" y="csY423"/>
              </a:cxn>
              <a:cxn ang="0">
                <a:pos x="csX424" y="csY424"/>
              </a:cxn>
              <a:cxn ang="0">
                <a:pos x="csX425" y="csY425"/>
              </a:cxn>
              <a:cxn ang="0">
                <a:pos x="csX426" y="csY426"/>
              </a:cxn>
              <a:cxn ang="0">
                <a:pos x="csX427" y="csY427"/>
              </a:cxn>
              <a:cxn ang="0">
                <a:pos x="csX428" y="csY428"/>
              </a:cxn>
              <a:cxn ang="0">
                <a:pos x="csX429" y="csY429"/>
              </a:cxn>
              <a:cxn ang="0">
                <a:pos x="csX430" y="csY430"/>
              </a:cxn>
              <a:cxn ang="0">
                <a:pos x="csX431" y="csY431"/>
              </a:cxn>
              <a:cxn ang="0">
                <a:pos x="csX432" y="csY432"/>
              </a:cxn>
              <a:cxn ang="0">
                <a:pos x="csX433" y="csY433"/>
              </a:cxn>
              <a:cxn ang="0">
                <a:pos x="csX434" y="csY434"/>
              </a:cxn>
              <a:cxn ang="0">
                <a:pos x="csX435" y="csY435"/>
              </a:cxn>
              <a:cxn ang="0">
                <a:pos x="csX436" y="csY436"/>
              </a:cxn>
              <a:cxn ang="0">
                <a:pos x="csX437" y="csY437"/>
              </a:cxn>
              <a:cxn ang="0">
                <a:pos x="csX438" y="csY438"/>
              </a:cxn>
              <a:cxn ang="0">
                <a:pos x="csX439" y="csY439"/>
              </a:cxn>
              <a:cxn ang="0">
                <a:pos x="csX440" y="csY440"/>
              </a:cxn>
              <a:cxn ang="0">
                <a:pos x="csX441" y="csY441"/>
              </a:cxn>
              <a:cxn ang="0">
                <a:pos x="csX442" y="csY442"/>
              </a:cxn>
              <a:cxn ang="0">
                <a:pos x="csX443" y="csY443"/>
              </a:cxn>
              <a:cxn ang="0">
                <a:pos x="csX444" y="csY444"/>
              </a:cxn>
              <a:cxn ang="0">
                <a:pos x="csX445" y="csY445"/>
              </a:cxn>
              <a:cxn ang="0">
                <a:pos x="csX446" y="csY446"/>
              </a:cxn>
              <a:cxn ang="0">
                <a:pos x="csX447" y="csY447"/>
              </a:cxn>
              <a:cxn ang="0">
                <a:pos x="csX448" y="csY448"/>
              </a:cxn>
              <a:cxn ang="0">
                <a:pos x="csX449" y="csY449"/>
              </a:cxn>
              <a:cxn ang="0">
                <a:pos x="csX450" y="csY450"/>
              </a:cxn>
              <a:cxn ang="0">
                <a:pos x="csX451" y="csY451"/>
              </a:cxn>
              <a:cxn ang="0">
                <a:pos x="csX452" y="csY452"/>
              </a:cxn>
              <a:cxn ang="0">
                <a:pos x="csX453" y="csY453"/>
              </a:cxn>
              <a:cxn ang="0">
                <a:pos x="csX454" y="csY454"/>
              </a:cxn>
              <a:cxn ang="0">
                <a:pos x="csX455" y="csY455"/>
              </a:cxn>
              <a:cxn ang="0">
                <a:pos x="csX456" y="csY456"/>
              </a:cxn>
              <a:cxn ang="0">
                <a:pos x="csX457" y="csY457"/>
              </a:cxn>
              <a:cxn ang="0">
                <a:pos x="csX458" y="csY458"/>
              </a:cxn>
              <a:cxn ang="0">
                <a:pos x="csX459" y="csY459"/>
              </a:cxn>
              <a:cxn ang="0">
                <a:pos x="csX460" y="csY460"/>
              </a:cxn>
              <a:cxn ang="0">
                <a:pos x="csX461" y="csY461"/>
              </a:cxn>
              <a:cxn ang="0">
                <a:pos x="csX462" y="csY462"/>
              </a:cxn>
              <a:cxn ang="0">
                <a:pos x="csX463" y="csY463"/>
              </a:cxn>
              <a:cxn ang="0">
                <a:pos x="csX464" y="csY464"/>
              </a:cxn>
              <a:cxn ang="0">
                <a:pos x="csX465" y="csY465"/>
              </a:cxn>
              <a:cxn ang="0">
                <a:pos x="csX466" y="csY466"/>
              </a:cxn>
              <a:cxn ang="0">
                <a:pos x="csX467" y="csY467"/>
              </a:cxn>
              <a:cxn ang="0">
                <a:pos x="csX468" y="csY468"/>
              </a:cxn>
              <a:cxn ang="0">
                <a:pos x="csX469" y="csY469"/>
              </a:cxn>
              <a:cxn ang="0">
                <a:pos x="csX470" y="csY470"/>
              </a:cxn>
              <a:cxn ang="0">
                <a:pos x="csX471" y="csY471"/>
              </a:cxn>
              <a:cxn ang="0">
                <a:pos x="csX472" y="csY472"/>
              </a:cxn>
              <a:cxn ang="0">
                <a:pos x="csX473" y="csY473"/>
              </a:cxn>
              <a:cxn ang="0">
                <a:pos x="csX474" y="csY474"/>
              </a:cxn>
              <a:cxn ang="0">
                <a:pos x="csX475" y="csY475"/>
              </a:cxn>
              <a:cxn ang="0">
                <a:pos x="csX476" y="csY476"/>
              </a:cxn>
              <a:cxn ang="0">
                <a:pos x="csX477" y="csY477"/>
              </a:cxn>
              <a:cxn ang="0">
                <a:pos x="csX478" y="csY478"/>
              </a:cxn>
              <a:cxn ang="0">
                <a:pos x="csX479" y="csY479"/>
              </a:cxn>
              <a:cxn ang="0">
                <a:pos x="csX480" y="csY480"/>
              </a:cxn>
              <a:cxn ang="0">
                <a:pos x="csX481" y="csY481"/>
              </a:cxn>
              <a:cxn ang="0">
                <a:pos x="csX482" y="csY482"/>
              </a:cxn>
              <a:cxn ang="0">
                <a:pos x="csX483" y="csY483"/>
              </a:cxn>
              <a:cxn ang="0">
                <a:pos x="csX484" y="csY484"/>
              </a:cxn>
              <a:cxn ang="0">
                <a:pos x="csX485" y="csY485"/>
              </a:cxn>
              <a:cxn ang="0">
                <a:pos x="csX486" y="csY486"/>
              </a:cxn>
              <a:cxn ang="0">
                <a:pos x="csX487" y="csY487"/>
              </a:cxn>
              <a:cxn ang="0">
                <a:pos x="csX488" y="csY488"/>
              </a:cxn>
              <a:cxn ang="0">
                <a:pos x="csX489" y="csY489"/>
              </a:cxn>
              <a:cxn ang="0">
                <a:pos x="csX490" y="csY490"/>
              </a:cxn>
              <a:cxn ang="0">
                <a:pos x="csX491" y="csY491"/>
              </a:cxn>
              <a:cxn ang="0">
                <a:pos x="csX492" y="csY492"/>
              </a:cxn>
              <a:cxn ang="0">
                <a:pos x="csX493" y="csY493"/>
              </a:cxn>
              <a:cxn ang="0">
                <a:pos x="csX494" y="csY494"/>
              </a:cxn>
              <a:cxn ang="0">
                <a:pos x="csX495" y="csY495"/>
              </a:cxn>
              <a:cxn ang="0">
                <a:pos x="csX496" y="csY496"/>
              </a:cxn>
              <a:cxn ang="0">
                <a:pos x="csX497" y="csY497"/>
              </a:cxn>
              <a:cxn ang="0">
                <a:pos x="csX498" y="csY498"/>
              </a:cxn>
              <a:cxn ang="0">
                <a:pos x="csX499" y="csY499"/>
              </a:cxn>
              <a:cxn ang="0">
                <a:pos x="csX500" y="csY500"/>
              </a:cxn>
              <a:cxn ang="0">
                <a:pos x="csX501" y="csY501"/>
              </a:cxn>
              <a:cxn ang="0">
                <a:pos x="csX502" y="csY502"/>
              </a:cxn>
              <a:cxn ang="0">
                <a:pos x="csX503" y="csY503"/>
              </a:cxn>
              <a:cxn ang="0">
                <a:pos x="csX504" y="csY504"/>
              </a:cxn>
              <a:cxn ang="0">
                <a:pos x="csX505" y="csY505"/>
              </a:cxn>
              <a:cxn ang="0">
                <a:pos x="csX506" y="csY506"/>
              </a:cxn>
              <a:cxn ang="0">
                <a:pos x="csX507" y="csY507"/>
              </a:cxn>
              <a:cxn ang="0">
                <a:pos x="csX508" y="csY508"/>
              </a:cxn>
              <a:cxn ang="0">
                <a:pos x="csX509" y="csY509"/>
              </a:cxn>
              <a:cxn ang="0">
                <a:pos x="csX510" y="csY510"/>
              </a:cxn>
              <a:cxn ang="0">
                <a:pos x="csX511" y="csY511"/>
              </a:cxn>
              <a:cxn ang="0">
                <a:pos x="csX512" y="csY512"/>
              </a:cxn>
              <a:cxn ang="0">
                <a:pos x="csX513" y="csY513"/>
              </a:cxn>
              <a:cxn ang="0">
                <a:pos x="csX514" y="csY514"/>
              </a:cxn>
              <a:cxn ang="0">
                <a:pos x="csX515" y="csY515"/>
              </a:cxn>
              <a:cxn ang="0">
                <a:pos x="csX516" y="csY516"/>
              </a:cxn>
              <a:cxn ang="0">
                <a:pos x="csX517" y="csY517"/>
              </a:cxn>
              <a:cxn ang="0">
                <a:pos x="csX518" y="csY518"/>
              </a:cxn>
              <a:cxn ang="0">
                <a:pos x="csX519" y="csY519"/>
              </a:cxn>
              <a:cxn ang="0">
                <a:pos x="csX520" y="csY520"/>
              </a:cxn>
              <a:cxn ang="0">
                <a:pos x="csX521" y="csY521"/>
              </a:cxn>
              <a:cxn ang="0">
                <a:pos x="csX522" y="csY522"/>
              </a:cxn>
              <a:cxn ang="0">
                <a:pos x="csX523" y="csY523"/>
              </a:cxn>
              <a:cxn ang="0">
                <a:pos x="csX524" y="csY524"/>
              </a:cxn>
              <a:cxn ang="0">
                <a:pos x="csX525" y="csY525"/>
              </a:cxn>
              <a:cxn ang="0">
                <a:pos x="csX526" y="csY526"/>
              </a:cxn>
              <a:cxn ang="0">
                <a:pos x="csX527" y="csY527"/>
              </a:cxn>
              <a:cxn ang="0">
                <a:pos x="csX528" y="csY528"/>
              </a:cxn>
              <a:cxn ang="0">
                <a:pos x="csX529" y="csY529"/>
              </a:cxn>
              <a:cxn ang="0">
                <a:pos x="csX530" y="csY530"/>
              </a:cxn>
              <a:cxn ang="0">
                <a:pos x="csX531" y="csY531"/>
              </a:cxn>
              <a:cxn ang="0">
                <a:pos x="csX532" y="csY532"/>
              </a:cxn>
              <a:cxn ang="0">
                <a:pos x="csX533" y="csY533"/>
              </a:cxn>
              <a:cxn ang="0">
                <a:pos x="csX534" y="csY534"/>
              </a:cxn>
              <a:cxn ang="0">
                <a:pos x="csX535" y="csY535"/>
              </a:cxn>
              <a:cxn ang="0">
                <a:pos x="csX536" y="csY536"/>
              </a:cxn>
              <a:cxn ang="0">
                <a:pos x="csX537" y="csY537"/>
              </a:cxn>
              <a:cxn ang="0">
                <a:pos x="csX538" y="csY538"/>
              </a:cxn>
              <a:cxn ang="0">
                <a:pos x="csX539" y="csY539"/>
              </a:cxn>
              <a:cxn ang="0">
                <a:pos x="csX540" y="csY540"/>
              </a:cxn>
              <a:cxn ang="0">
                <a:pos x="csX541" y="csY541"/>
              </a:cxn>
              <a:cxn ang="0">
                <a:pos x="csX542" y="csY542"/>
              </a:cxn>
              <a:cxn ang="0">
                <a:pos x="csX543" y="csY543"/>
              </a:cxn>
              <a:cxn ang="0">
                <a:pos x="csX544" y="csY544"/>
              </a:cxn>
              <a:cxn ang="0">
                <a:pos x="csX545" y="csY545"/>
              </a:cxn>
              <a:cxn ang="0">
                <a:pos x="csX546" y="csY546"/>
              </a:cxn>
              <a:cxn ang="0">
                <a:pos x="csX547" y="csY547"/>
              </a:cxn>
              <a:cxn ang="0">
                <a:pos x="csX548" y="csY548"/>
              </a:cxn>
              <a:cxn ang="0">
                <a:pos x="csX549" y="csY549"/>
              </a:cxn>
              <a:cxn ang="0">
                <a:pos x="csX550" y="csY550"/>
              </a:cxn>
              <a:cxn ang="0">
                <a:pos x="csX551" y="csY551"/>
              </a:cxn>
              <a:cxn ang="0">
                <a:pos x="csX552" y="csY552"/>
              </a:cxn>
              <a:cxn ang="0">
                <a:pos x="csX553" y="csY553"/>
              </a:cxn>
              <a:cxn ang="0">
                <a:pos x="csX554" y="csY554"/>
              </a:cxn>
              <a:cxn ang="0">
                <a:pos x="csX555" y="csY555"/>
              </a:cxn>
              <a:cxn ang="0">
                <a:pos x="csX556" y="csY556"/>
              </a:cxn>
              <a:cxn ang="0">
                <a:pos x="csX557" y="csY557"/>
              </a:cxn>
              <a:cxn ang="0">
                <a:pos x="csX558" y="csY558"/>
              </a:cxn>
              <a:cxn ang="0">
                <a:pos x="csX559" y="csY559"/>
              </a:cxn>
              <a:cxn ang="0">
                <a:pos x="csX560" y="csY560"/>
              </a:cxn>
              <a:cxn ang="0">
                <a:pos x="csX561" y="csY561"/>
              </a:cxn>
              <a:cxn ang="0">
                <a:pos x="csX562" y="csY562"/>
              </a:cxn>
              <a:cxn ang="0">
                <a:pos x="csX563" y="csY563"/>
              </a:cxn>
              <a:cxn ang="0">
                <a:pos x="csX564" y="csY564"/>
              </a:cxn>
              <a:cxn ang="0">
                <a:pos x="csX565" y="csY565"/>
              </a:cxn>
              <a:cxn ang="0">
                <a:pos x="csX566" y="csY566"/>
              </a:cxn>
              <a:cxn ang="0">
                <a:pos x="csX567" y="csY567"/>
              </a:cxn>
              <a:cxn ang="0">
                <a:pos x="csX568" y="csY568"/>
              </a:cxn>
              <a:cxn ang="0">
                <a:pos x="csX569" y="csY569"/>
              </a:cxn>
              <a:cxn ang="0">
                <a:pos x="csX570" y="csY570"/>
              </a:cxn>
              <a:cxn ang="0">
                <a:pos x="csX571" y="csY571"/>
              </a:cxn>
              <a:cxn ang="0">
                <a:pos x="csX572" y="csY572"/>
              </a:cxn>
              <a:cxn ang="0">
                <a:pos x="csX573" y="csY573"/>
              </a:cxn>
              <a:cxn ang="0">
                <a:pos x="csX574" y="csY574"/>
              </a:cxn>
              <a:cxn ang="0">
                <a:pos x="csX575" y="csY575"/>
              </a:cxn>
              <a:cxn ang="0">
                <a:pos x="csX576" y="csY576"/>
              </a:cxn>
              <a:cxn ang="0">
                <a:pos x="csX577" y="csY577"/>
              </a:cxn>
              <a:cxn ang="0">
                <a:pos x="csX578" y="csY578"/>
              </a:cxn>
              <a:cxn ang="0">
                <a:pos x="csX579" y="csY579"/>
              </a:cxn>
              <a:cxn ang="0">
                <a:pos x="csX580" y="csY580"/>
              </a:cxn>
              <a:cxn ang="0">
                <a:pos x="csX581" y="csY581"/>
              </a:cxn>
              <a:cxn ang="0">
                <a:pos x="csX582" y="csY582"/>
              </a:cxn>
              <a:cxn ang="0">
                <a:pos x="csX583" y="csY583"/>
              </a:cxn>
              <a:cxn ang="0">
                <a:pos x="csX584" y="csY584"/>
              </a:cxn>
              <a:cxn ang="0">
                <a:pos x="csX585" y="csY585"/>
              </a:cxn>
              <a:cxn ang="0">
                <a:pos x="csX586" y="csY586"/>
              </a:cxn>
              <a:cxn ang="0">
                <a:pos x="csX587" y="csY587"/>
              </a:cxn>
              <a:cxn ang="0">
                <a:pos x="csX588" y="csY588"/>
              </a:cxn>
              <a:cxn ang="0">
                <a:pos x="csX589" y="csY589"/>
              </a:cxn>
              <a:cxn ang="0">
                <a:pos x="csX590" y="csY590"/>
              </a:cxn>
              <a:cxn ang="0">
                <a:pos x="csX591" y="csY591"/>
              </a:cxn>
              <a:cxn ang="0">
                <a:pos x="csX592" y="csY592"/>
              </a:cxn>
              <a:cxn ang="0">
                <a:pos x="csX593" y="csY593"/>
              </a:cxn>
              <a:cxn ang="0">
                <a:pos x="csX594" y="csY594"/>
              </a:cxn>
              <a:cxn ang="0">
                <a:pos x="csX595" y="csY595"/>
              </a:cxn>
              <a:cxn ang="0">
                <a:pos x="csX596" y="csY596"/>
              </a:cxn>
              <a:cxn ang="0">
                <a:pos x="csX597" y="csY597"/>
              </a:cxn>
              <a:cxn ang="0">
                <a:pos x="csX598" y="csY598"/>
              </a:cxn>
              <a:cxn ang="0">
                <a:pos x="csX599" y="csY599"/>
              </a:cxn>
              <a:cxn ang="0">
                <a:pos x="csX600" y="csY600"/>
              </a:cxn>
              <a:cxn ang="0">
                <a:pos x="csX601" y="csY601"/>
              </a:cxn>
              <a:cxn ang="0">
                <a:pos x="csX602" y="csY602"/>
              </a:cxn>
              <a:cxn ang="0">
                <a:pos x="csX603" y="csY603"/>
              </a:cxn>
              <a:cxn ang="0">
                <a:pos x="csX604" y="csY604"/>
              </a:cxn>
              <a:cxn ang="0">
                <a:pos x="csX605" y="csY605"/>
              </a:cxn>
              <a:cxn ang="0">
                <a:pos x="csX606" y="csY606"/>
              </a:cxn>
              <a:cxn ang="0">
                <a:pos x="csX607" y="csY607"/>
              </a:cxn>
              <a:cxn ang="0">
                <a:pos x="csX608" y="csY608"/>
              </a:cxn>
              <a:cxn ang="0">
                <a:pos x="csX609" y="csY609"/>
              </a:cxn>
              <a:cxn ang="0">
                <a:pos x="csX610" y="csY610"/>
              </a:cxn>
              <a:cxn ang="0">
                <a:pos x="csX611" y="csY611"/>
              </a:cxn>
              <a:cxn ang="0">
                <a:pos x="csX612" y="csY612"/>
              </a:cxn>
              <a:cxn ang="0">
                <a:pos x="csX613" y="csY613"/>
              </a:cxn>
              <a:cxn ang="0">
                <a:pos x="csX614" y="csY614"/>
              </a:cxn>
              <a:cxn ang="0">
                <a:pos x="csX615" y="csY615"/>
              </a:cxn>
              <a:cxn ang="0">
                <a:pos x="csX616" y="csY616"/>
              </a:cxn>
              <a:cxn ang="0">
                <a:pos x="csX617" y="csY617"/>
              </a:cxn>
              <a:cxn ang="0">
                <a:pos x="csX618" y="csY618"/>
              </a:cxn>
              <a:cxn ang="0">
                <a:pos x="csX619" y="csY619"/>
              </a:cxn>
              <a:cxn ang="0">
                <a:pos x="csX620" y="csY620"/>
              </a:cxn>
              <a:cxn ang="0">
                <a:pos x="csX621" y="csY621"/>
              </a:cxn>
              <a:cxn ang="0">
                <a:pos x="csX622" y="csY622"/>
              </a:cxn>
              <a:cxn ang="0">
                <a:pos x="csX623" y="csY623"/>
              </a:cxn>
              <a:cxn ang="0">
                <a:pos x="csX624" y="csY624"/>
              </a:cxn>
              <a:cxn ang="0">
                <a:pos x="csX625" y="csY625"/>
              </a:cxn>
              <a:cxn ang="0">
                <a:pos x="csX626" y="csY626"/>
              </a:cxn>
              <a:cxn ang="0">
                <a:pos x="csX627" y="csY627"/>
              </a:cxn>
              <a:cxn ang="0">
                <a:pos x="csX628" y="csY628"/>
              </a:cxn>
              <a:cxn ang="0">
                <a:pos x="csX629" y="csY629"/>
              </a:cxn>
              <a:cxn ang="0">
                <a:pos x="csX630" y="csY630"/>
              </a:cxn>
              <a:cxn ang="0">
                <a:pos x="csX631" y="csY631"/>
              </a:cxn>
              <a:cxn ang="0">
                <a:pos x="csX632" y="csY632"/>
              </a:cxn>
              <a:cxn ang="0">
                <a:pos x="csX633" y="csY633"/>
              </a:cxn>
              <a:cxn ang="0">
                <a:pos x="csX634" y="csY634"/>
              </a:cxn>
              <a:cxn ang="0">
                <a:pos x="csX635" y="csY635"/>
              </a:cxn>
              <a:cxn ang="0">
                <a:pos x="csX636" y="csY636"/>
              </a:cxn>
              <a:cxn ang="0">
                <a:pos x="csX637" y="csY637"/>
              </a:cxn>
              <a:cxn ang="0">
                <a:pos x="csX638" y="csY638"/>
              </a:cxn>
              <a:cxn ang="0">
                <a:pos x="csX639" y="csY639"/>
              </a:cxn>
              <a:cxn ang="0">
                <a:pos x="csX640" y="csY640"/>
              </a:cxn>
              <a:cxn ang="0">
                <a:pos x="csX641" y="csY641"/>
              </a:cxn>
              <a:cxn ang="0">
                <a:pos x="csX642" y="csY642"/>
              </a:cxn>
              <a:cxn ang="0">
                <a:pos x="csX643" y="csY643"/>
              </a:cxn>
              <a:cxn ang="0">
                <a:pos x="csX644" y="csY644"/>
              </a:cxn>
              <a:cxn ang="0">
                <a:pos x="csX645" y="csY645"/>
              </a:cxn>
              <a:cxn ang="0">
                <a:pos x="csX646" y="csY646"/>
              </a:cxn>
              <a:cxn ang="0">
                <a:pos x="csX647" y="csY647"/>
              </a:cxn>
              <a:cxn ang="0">
                <a:pos x="csX648" y="csY648"/>
              </a:cxn>
              <a:cxn ang="0">
                <a:pos x="csX649" y="csY649"/>
              </a:cxn>
              <a:cxn ang="0">
                <a:pos x="csX650" y="csY650"/>
              </a:cxn>
              <a:cxn ang="0">
                <a:pos x="csX651" y="csY651"/>
              </a:cxn>
              <a:cxn ang="0">
                <a:pos x="csX652" y="csY652"/>
              </a:cxn>
              <a:cxn ang="0">
                <a:pos x="csX653" y="csY653"/>
              </a:cxn>
              <a:cxn ang="0">
                <a:pos x="csX654" y="csY654"/>
              </a:cxn>
              <a:cxn ang="0">
                <a:pos x="csX655" y="csY655"/>
              </a:cxn>
              <a:cxn ang="0">
                <a:pos x="csX656" y="csY656"/>
              </a:cxn>
              <a:cxn ang="0">
                <a:pos x="csX657" y="csY657"/>
              </a:cxn>
              <a:cxn ang="0">
                <a:pos x="csX658" y="csY658"/>
              </a:cxn>
              <a:cxn ang="0">
                <a:pos x="csX659" y="csY659"/>
              </a:cxn>
              <a:cxn ang="0">
                <a:pos x="csX660" y="csY660"/>
              </a:cxn>
              <a:cxn ang="0">
                <a:pos x="csX661" y="csY661"/>
              </a:cxn>
              <a:cxn ang="0">
                <a:pos x="csX662" y="csY662"/>
              </a:cxn>
              <a:cxn ang="0">
                <a:pos x="csX663" y="csY663"/>
              </a:cxn>
              <a:cxn ang="0">
                <a:pos x="csX664" y="csY664"/>
              </a:cxn>
              <a:cxn ang="0">
                <a:pos x="csX665" y="csY665"/>
              </a:cxn>
              <a:cxn ang="0">
                <a:pos x="csX666" y="csY666"/>
              </a:cxn>
              <a:cxn ang="0">
                <a:pos x="csX667" y="csY667"/>
              </a:cxn>
              <a:cxn ang="0">
                <a:pos x="csX668" y="csY668"/>
              </a:cxn>
              <a:cxn ang="0">
                <a:pos x="csX669" y="csY669"/>
              </a:cxn>
              <a:cxn ang="0">
                <a:pos x="csX670" y="csY670"/>
              </a:cxn>
              <a:cxn ang="0">
                <a:pos x="csX671" y="csY671"/>
              </a:cxn>
              <a:cxn ang="0">
                <a:pos x="csX672" y="csY672"/>
              </a:cxn>
              <a:cxn ang="0">
                <a:pos x="csX673" y="csY673"/>
              </a:cxn>
              <a:cxn ang="0">
                <a:pos x="csX674" y="csY674"/>
              </a:cxn>
              <a:cxn ang="0">
                <a:pos x="csX675" y="csY675"/>
              </a:cxn>
              <a:cxn ang="0">
                <a:pos x="csX676" y="csY676"/>
              </a:cxn>
              <a:cxn ang="0">
                <a:pos x="csX677" y="csY677"/>
              </a:cxn>
              <a:cxn ang="0">
                <a:pos x="csX678" y="csY678"/>
              </a:cxn>
              <a:cxn ang="0">
                <a:pos x="csX679" y="csY679"/>
              </a:cxn>
              <a:cxn ang="0">
                <a:pos x="csX680" y="csY680"/>
              </a:cxn>
              <a:cxn ang="0">
                <a:pos x="csX681" y="csY681"/>
              </a:cxn>
              <a:cxn ang="0">
                <a:pos x="csX682" y="csY682"/>
              </a:cxn>
              <a:cxn ang="0">
                <a:pos x="csX683" y="csY683"/>
              </a:cxn>
              <a:cxn ang="0">
                <a:pos x="csX684" y="csY684"/>
              </a:cxn>
              <a:cxn ang="0">
                <a:pos x="csX685" y="csY685"/>
              </a:cxn>
              <a:cxn ang="0">
                <a:pos x="csX686" y="csY686"/>
              </a:cxn>
              <a:cxn ang="0">
                <a:pos x="csX687" y="csY687"/>
              </a:cxn>
              <a:cxn ang="0">
                <a:pos x="csX688" y="csY688"/>
              </a:cxn>
              <a:cxn ang="0">
                <a:pos x="csX689" y="csY689"/>
              </a:cxn>
              <a:cxn ang="0">
                <a:pos x="csX690" y="csY690"/>
              </a:cxn>
              <a:cxn ang="0">
                <a:pos x="csX691" y="csY691"/>
              </a:cxn>
              <a:cxn ang="0">
                <a:pos x="csX692" y="csY692"/>
              </a:cxn>
              <a:cxn ang="0">
                <a:pos x="csX693" y="csY693"/>
              </a:cxn>
              <a:cxn ang="0">
                <a:pos x="csX694" y="csY694"/>
              </a:cxn>
              <a:cxn ang="0">
                <a:pos x="csX695" y="csY695"/>
              </a:cxn>
              <a:cxn ang="0">
                <a:pos x="csX696" y="csY696"/>
              </a:cxn>
              <a:cxn ang="0">
                <a:pos x="csX697" y="csY697"/>
              </a:cxn>
              <a:cxn ang="0">
                <a:pos x="csX698" y="csY698"/>
              </a:cxn>
              <a:cxn ang="0">
                <a:pos x="csX699" y="csY699"/>
              </a:cxn>
              <a:cxn ang="0">
                <a:pos x="csX700" y="csY700"/>
              </a:cxn>
              <a:cxn ang="0">
                <a:pos x="csX701" y="csY701"/>
              </a:cxn>
              <a:cxn ang="0">
                <a:pos x="csX702" y="csY702"/>
              </a:cxn>
              <a:cxn ang="0">
                <a:pos x="csX703" y="csY703"/>
              </a:cxn>
              <a:cxn ang="0">
                <a:pos x="csX704" y="csY704"/>
              </a:cxn>
              <a:cxn ang="0">
                <a:pos x="csX705" y="csY705"/>
              </a:cxn>
              <a:cxn ang="0">
                <a:pos x="csX706" y="csY706"/>
              </a:cxn>
              <a:cxn ang="0">
                <a:pos x="csX707" y="csY707"/>
              </a:cxn>
              <a:cxn ang="0">
                <a:pos x="csX708" y="csY708"/>
              </a:cxn>
              <a:cxn ang="0">
                <a:pos x="csX709" y="csY709"/>
              </a:cxn>
              <a:cxn ang="0">
                <a:pos x="csX710" y="csY710"/>
              </a:cxn>
              <a:cxn ang="0">
                <a:pos x="csX711" y="csY711"/>
              </a:cxn>
              <a:cxn ang="0">
                <a:pos x="csX712" y="csY712"/>
              </a:cxn>
              <a:cxn ang="0">
                <a:pos x="csX713" y="csY713"/>
              </a:cxn>
              <a:cxn ang="0">
                <a:pos x="csX714" y="csY714"/>
              </a:cxn>
              <a:cxn ang="0">
                <a:pos x="csX715" y="csY715"/>
              </a:cxn>
              <a:cxn ang="0">
                <a:pos x="csX716" y="csY716"/>
              </a:cxn>
              <a:cxn ang="0">
                <a:pos x="csX717" y="csY717"/>
              </a:cxn>
              <a:cxn ang="0">
                <a:pos x="csX718" y="csY718"/>
              </a:cxn>
              <a:cxn ang="0">
                <a:pos x="csX719" y="csY719"/>
              </a:cxn>
              <a:cxn ang="0">
                <a:pos x="csX720" y="csY720"/>
              </a:cxn>
              <a:cxn ang="0">
                <a:pos x="csX721" y="csY721"/>
              </a:cxn>
              <a:cxn ang="0">
                <a:pos x="csX722" y="csY722"/>
              </a:cxn>
              <a:cxn ang="0">
                <a:pos x="csX723" y="csY723"/>
              </a:cxn>
              <a:cxn ang="0">
                <a:pos x="csX724" y="csY724"/>
              </a:cxn>
              <a:cxn ang="0">
                <a:pos x="csX725" y="csY725"/>
              </a:cxn>
              <a:cxn ang="0">
                <a:pos x="csX726" y="csY726"/>
              </a:cxn>
              <a:cxn ang="0">
                <a:pos x="csX727" y="csY727"/>
              </a:cxn>
              <a:cxn ang="0">
                <a:pos x="csX728" y="csY728"/>
              </a:cxn>
              <a:cxn ang="0">
                <a:pos x="csX729" y="csY729"/>
              </a:cxn>
              <a:cxn ang="0">
                <a:pos x="csX730" y="csY730"/>
              </a:cxn>
              <a:cxn ang="0">
                <a:pos x="csX731" y="csY731"/>
              </a:cxn>
              <a:cxn ang="0">
                <a:pos x="csX732" y="csY732"/>
              </a:cxn>
              <a:cxn ang="0">
                <a:pos x="csX733" y="csY733"/>
              </a:cxn>
              <a:cxn ang="0">
                <a:pos x="csX734" y="csY734"/>
              </a:cxn>
              <a:cxn ang="0">
                <a:pos x="csX735" y="csY735"/>
              </a:cxn>
              <a:cxn ang="0">
                <a:pos x="csX736" y="csY736"/>
              </a:cxn>
              <a:cxn ang="0">
                <a:pos x="csX737" y="csY737"/>
              </a:cxn>
              <a:cxn ang="0">
                <a:pos x="csX738" y="csY738"/>
              </a:cxn>
              <a:cxn ang="0">
                <a:pos x="csX739" y="csY739"/>
              </a:cxn>
              <a:cxn ang="0">
                <a:pos x="csX740" y="csY740"/>
              </a:cxn>
              <a:cxn ang="0">
                <a:pos x="csX741" y="csY741"/>
              </a:cxn>
              <a:cxn ang="0">
                <a:pos x="csX742" y="csY742"/>
              </a:cxn>
              <a:cxn ang="0">
                <a:pos x="csX743" y="csY743"/>
              </a:cxn>
              <a:cxn ang="0">
                <a:pos x="csX744" y="csY744"/>
              </a:cxn>
              <a:cxn ang="0">
                <a:pos x="csX745" y="csY745"/>
              </a:cxn>
              <a:cxn ang="0">
                <a:pos x="csX746" y="csY746"/>
              </a:cxn>
              <a:cxn ang="0">
                <a:pos x="csX747" y="csY747"/>
              </a:cxn>
              <a:cxn ang="0">
                <a:pos x="csX748" y="csY748"/>
              </a:cxn>
              <a:cxn ang="0">
                <a:pos x="csX749" y="csY749"/>
              </a:cxn>
              <a:cxn ang="0">
                <a:pos x="csX750" y="csY750"/>
              </a:cxn>
              <a:cxn ang="0">
                <a:pos x="csX751" y="csY751"/>
              </a:cxn>
              <a:cxn ang="0">
                <a:pos x="csX752" y="csY752"/>
              </a:cxn>
              <a:cxn ang="0">
                <a:pos x="csX753" y="csY753"/>
              </a:cxn>
              <a:cxn ang="0">
                <a:pos x="csX754" y="csY754"/>
              </a:cxn>
              <a:cxn ang="0">
                <a:pos x="csX755" y="csY755"/>
              </a:cxn>
              <a:cxn ang="0">
                <a:pos x="csX756" y="csY756"/>
              </a:cxn>
            </a:cxnLst>
            <a:rect l="l" t="t" r="r" b="b"/>
            <a:pathLst>
              <a:path w="2213448" h="840497">
                <a:moveTo>
                  <a:pt x="642006" y="770456"/>
                </a:moveTo>
                <a:lnTo>
                  <a:pt x="638234" y="771962"/>
                </a:lnTo>
                <a:lnTo>
                  <a:pt x="641251" y="772715"/>
                </a:lnTo>
                <a:lnTo>
                  <a:pt x="642006" y="770456"/>
                </a:lnTo>
                <a:close/>
                <a:moveTo>
                  <a:pt x="669919" y="774974"/>
                </a:moveTo>
                <a:lnTo>
                  <a:pt x="669919" y="774974"/>
                </a:lnTo>
                <a:lnTo>
                  <a:pt x="669919" y="775728"/>
                </a:lnTo>
                <a:lnTo>
                  <a:pt x="669919" y="774974"/>
                </a:lnTo>
                <a:close/>
                <a:moveTo>
                  <a:pt x="656340" y="762171"/>
                </a:moveTo>
                <a:lnTo>
                  <a:pt x="656340" y="764431"/>
                </a:lnTo>
                <a:lnTo>
                  <a:pt x="657849" y="763677"/>
                </a:lnTo>
                <a:lnTo>
                  <a:pt x="656340" y="762171"/>
                </a:lnTo>
                <a:close/>
                <a:moveTo>
                  <a:pt x="649550" y="758406"/>
                </a:moveTo>
                <a:lnTo>
                  <a:pt x="649550" y="757652"/>
                </a:lnTo>
                <a:lnTo>
                  <a:pt x="649550" y="757652"/>
                </a:lnTo>
                <a:lnTo>
                  <a:pt x="649550" y="758406"/>
                </a:lnTo>
                <a:close/>
                <a:moveTo>
                  <a:pt x="663884" y="765937"/>
                </a:moveTo>
                <a:lnTo>
                  <a:pt x="663884" y="764431"/>
                </a:lnTo>
                <a:lnTo>
                  <a:pt x="663129" y="765184"/>
                </a:lnTo>
                <a:lnTo>
                  <a:pt x="663884" y="765937"/>
                </a:lnTo>
                <a:close/>
                <a:moveTo>
                  <a:pt x="662375" y="764431"/>
                </a:moveTo>
                <a:lnTo>
                  <a:pt x="662375" y="763677"/>
                </a:lnTo>
                <a:lnTo>
                  <a:pt x="660866" y="763677"/>
                </a:lnTo>
                <a:lnTo>
                  <a:pt x="662375" y="764431"/>
                </a:lnTo>
                <a:close/>
                <a:moveTo>
                  <a:pt x="73933" y="269623"/>
                </a:moveTo>
                <a:lnTo>
                  <a:pt x="73178" y="274895"/>
                </a:lnTo>
                <a:lnTo>
                  <a:pt x="74687" y="289957"/>
                </a:lnTo>
                <a:lnTo>
                  <a:pt x="73933" y="269623"/>
                </a:lnTo>
                <a:close/>
                <a:moveTo>
                  <a:pt x="70160" y="249288"/>
                </a:moveTo>
                <a:lnTo>
                  <a:pt x="70915" y="256066"/>
                </a:lnTo>
                <a:lnTo>
                  <a:pt x="71669" y="253807"/>
                </a:lnTo>
                <a:lnTo>
                  <a:pt x="70160" y="249288"/>
                </a:lnTo>
                <a:close/>
                <a:moveTo>
                  <a:pt x="662375" y="755393"/>
                </a:moveTo>
                <a:lnTo>
                  <a:pt x="663130" y="750874"/>
                </a:lnTo>
                <a:lnTo>
                  <a:pt x="660112" y="752381"/>
                </a:lnTo>
                <a:lnTo>
                  <a:pt x="662375" y="755393"/>
                </a:lnTo>
                <a:close/>
                <a:moveTo>
                  <a:pt x="748378" y="792297"/>
                </a:moveTo>
                <a:lnTo>
                  <a:pt x="747623" y="791543"/>
                </a:lnTo>
                <a:lnTo>
                  <a:pt x="749132" y="794556"/>
                </a:lnTo>
                <a:lnTo>
                  <a:pt x="748378" y="792296"/>
                </a:lnTo>
                <a:close/>
                <a:moveTo>
                  <a:pt x="692552" y="765937"/>
                </a:moveTo>
                <a:lnTo>
                  <a:pt x="684253" y="758406"/>
                </a:lnTo>
                <a:lnTo>
                  <a:pt x="684253" y="776481"/>
                </a:lnTo>
                <a:lnTo>
                  <a:pt x="692552" y="765937"/>
                </a:lnTo>
                <a:close/>
                <a:moveTo>
                  <a:pt x="711412" y="782506"/>
                </a:moveTo>
                <a:lnTo>
                  <a:pt x="710657" y="777234"/>
                </a:lnTo>
                <a:lnTo>
                  <a:pt x="697832" y="776480"/>
                </a:lnTo>
                <a:lnTo>
                  <a:pt x="711412" y="782506"/>
                </a:lnTo>
                <a:close/>
                <a:moveTo>
                  <a:pt x="756677" y="793050"/>
                </a:moveTo>
                <a:lnTo>
                  <a:pt x="755922" y="794556"/>
                </a:lnTo>
                <a:lnTo>
                  <a:pt x="757431" y="794556"/>
                </a:lnTo>
                <a:lnTo>
                  <a:pt x="756676" y="793050"/>
                </a:lnTo>
                <a:close/>
                <a:moveTo>
                  <a:pt x="759694" y="793803"/>
                </a:moveTo>
                <a:lnTo>
                  <a:pt x="758185" y="793803"/>
                </a:lnTo>
                <a:lnTo>
                  <a:pt x="761203" y="794557"/>
                </a:lnTo>
                <a:lnTo>
                  <a:pt x="759694" y="793803"/>
                </a:lnTo>
                <a:close/>
                <a:moveTo>
                  <a:pt x="768747" y="796816"/>
                </a:moveTo>
                <a:lnTo>
                  <a:pt x="767993" y="796816"/>
                </a:lnTo>
                <a:lnTo>
                  <a:pt x="767238" y="796816"/>
                </a:lnTo>
                <a:lnTo>
                  <a:pt x="768747" y="796816"/>
                </a:lnTo>
                <a:close/>
                <a:moveTo>
                  <a:pt x="102600" y="286192"/>
                </a:moveTo>
                <a:lnTo>
                  <a:pt x="105618" y="286945"/>
                </a:lnTo>
                <a:lnTo>
                  <a:pt x="107881" y="286192"/>
                </a:lnTo>
                <a:lnTo>
                  <a:pt x="102600" y="286192"/>
                </a:lnTo>
                <a:close/>
                <a:moveTo>
                  <a:pt x="752150" y="786272"/>
                </a:moveTo>
                <a:lnTo>
                  <a:pt x="746115" y="785518"/>
                </a:lnTo>
                <a:lnTo>
                  <a:pt x="748378" y="787778"/>
                </a:lnTo>
                <a:lnTo>
                  <a:pt x="752150" y="786272"/>
                </a:lnTo>
                <a:close/>
                <a:moveTo>
                  <a:pt x="61862" y="227448"/>
                </a:moveTo>
                <a:lnTo>
                  <a:pt x="51300" y="222929"/>
                </a:lnTo>
                <a:lnTo>
                  <a:pt x="50546" y="225188"/>
                </a:lnTo>
                <a:lnTo>
                  <a:pt x="61862" y="227448"/>
                </a:lnTo>
                <a:close/>
                <a:moveTo>
                  <a:pt x="771010" y="787778"/>
                </a:moveTo>
                <a:lnTo>
                  <a:pt x="769502" y="787025"/>
                </a:lnTo>
                <a:lnTo>
                  <a:pt x="769502" y="787778"/>
                </a:lnTo>
                <a:lnTo>
                  <a:pt x="771010" y="787778"/>
                </a:lnTo>
                <a:close/>
                <a:moveTo>
                  <a:pt x="817030" y="796816"/>
                </a:moveTo>
                <a:lnTo>
                  <a:pt x="787608" y="799075"/>
                </a:lnTo>
                <a:lnTo>
                  <a:pt x="780818" y="802088"/>
                </a:lnTo>
                <a:lnTo>
                  <a:pt x="817030" y="796816"/>
                </a:lnTo>
                <a:close/>
                <a:moveTo>
                  <a:pt x="8299" y="109206"/>
                </a:moveTo>
                <a:lnTo>
                  <a:pt x="0" y="109206"/>
                </a:lnTo>
                <a:lnTo>
                  <a:pt x="1509" y="111465"/>
                </a:lnTo>
                <a:lnTo>
                  <a:pt x="8299" y="109206"/>
                </a:lnTo>
                <a:close/>
                <a:moveTo>
                  <a:pt x="908314" y="831460"/>
                </a:moveTo>
                <a:lnTo>
                  <a:pt x="908314" y="828447"/>
                </a:lnTo>
                <a:lnTo>
                  <a:pt x="906805" y="828447"/>
                </a:lnTo>
                <a:lnTo>
                  <a:pt x="908314" y="831460"/>
                </a:lnTo>
                <a:close/>
                <a:moveTo>
                  <a:pt x="947543" y="832213"/>
                </a:moveTo>
                <a:lnTo>
                  <a:pt x="949052" y="830707"/>
                </a:lnTo>
                <a:lnTo>
                  <a:pt x="947543" y="829201"/>
                </a:lnTo>
                <a:lnTo>
                  <a:pt x="947543" y="832213"/>
                </a:lnTo>
                <a:close/>
                <a:moveTo>
                  <a:pt x="976965" y="840498"/>
                </a:moveTo>
                <a:lnTo>
                  <a:pt x="978474" y="839744"/>
                </a:lnTo>
                <a:lnTo>
                  <a:pt x="977720" y="839744"/>
                </a:lnTo>
                <a:lnTo>
                  <a:pt x="976965" y="840498"/>
                </a:lnTo>
                <a:close/>
                <a:moveTo>
                  <a:pt x="952824" y="826941"/>
                </a:moveTo>
                <a:lnTo>
                  <a:pt x="952070" y="823929"/>
                </a:lnTo>
                <a:lnTo>
                  <a:pt x="950561" y="823929"/>
                </a:lnTo>
                <a:lnTo>
                  <a:pt x="952824" y="826941"/>
                </a:lnTo>
                <a:close/>
                <a:moveTo>
                  <a:pt x="1003370" y="838238"/>
                </a:moveTo>
                <a:lnTo>
                  <a:pt x="1002615" y="838992"/>
                </a:lnTo>
                <a:lnTo>
                  <a:pt x="1003370" y="838992"/>
                </a:lnTo>
                <a:lnTo>
                  <a:pt x="1003370" y="838238"/>
                </a:lnTo>
                <a:close/>
                <a:moveTo>
                  <a:pt x="12825" y="70796"/>
                </a:moveTo>
                <a:lnTo>
                  <a:pt x="1509" y="72303"/>
                </a:lnTo>
                <a:lnTo>
                  <a:pt x="15843" y="85106"/>
                </a:lnTo>
                <a:lnTo>
                  <a:pt x="12825" y="70796"/>
                </a:lnTo>
                <a:close/>
                <a:moveTo>
                  <a:pt x="963386" y="826941"/>
                </a:moveTo>
                <a:lnTo>
                  <a:pt x="964895" y="822422"/>
                </a:lnTo>
                <a:lnTo>
                  <a:pt x="964140" y="822422"/>
                </a:lnTo>
                <a:lnTo>
                  <a:pt x="963385" y="826941"/>
                </a:lnTo>
                <a:close/>
                <a:moveTo>
                  <a:pt x="1090882" y="815644"/>
                </a:moveTo>
                <a:lnTo>
                  <a:pt x="1091637" y="814138"/>
                </a:lnTo>
                <a:lnTo>
                  <a:pt x="1090128" y="813384"/>
                </a:lnTo>
                <a:lnTo>
                  <a:pt x="1090882" y="815644"/>
                </a:lnTo>
                <a:close/>
                <a:moveTo>
                  <a:pt x="1072021" y="808866"/>
                </a:moveTo>
                <a:lnTo>
                  <a:pt x="1045617" y="832213"/>
                </a:lnTo>
                <a:lnTo>
                  <a:pt x="1064477" y="830707"/>
                </a:lnTo>
                <a:lnTo>
                  <a:pt x="1086355" y="813385"/>
                </a:lnTo>
                <a:lnTo>
                  <a:pt x="1072021" y="808866"/>
                </a:lnTo>
                <a:close/>
                <a:moveTo>
                  <a:pt x="1119550" y="817150"/>
                </a:moveTo>
                <a:lnTo>
                  <a:pt x="1114269" y="815644"/>
                </a:lnTo>
                <a:lnTo>
                  <a:pt x="1118041" y="818657"/>
                </a:lnTo>
                <a:lnTo>
                  <a:pt x="1119550" y="817150"/>
                </a:lnTo>
                <a:close/>
                <a:moveTo>
                  <a:pt x="1130111" y="817904"/>
                </a:moveTo>
                <a:lnTo>
                  <a:pt x="1121813" y="815645"/>
                </a:lnTo>
                <a:lnTo>
                  <a:pt x="1120304" y="816398"/>
                </a:lnTo>
                <a:lnTo>
                  <a:pt x="1130111" y="817904"/>
                </a:lnTo>
                <a:close/>
                <a:moveTo>
                  <a:pt x="1101444" y="807360"/>
                </a:moveTo>
                <a:lnTo>
                  <a:pt x="1093145" y="807360"/>
                </a:lnTo>
                <a:lnTo>
                  <a:pt x="1107479" y="811126"/>
                </a:lnTo>
                <a:lnTo>
                  <a:pt x="1101444" y="807360"/>
                </a:lnTo>
                <a:close/>
                <a:moveTo>
                  <a:pt x="1136147" y="814891"/>
                </a:moveTo>
                <a:lnTo>
                  <a:pt x="1135392" y="813385"/>
                </a:lnTo>
                <a:lnTo>
                  <a:pt x="1132374" y="814139"/>
                </a:lnTo>
                <a:lnTo>
                  <a:pt x="1136146" y="814892"/>
                </a:lnTo>
                <a:close/>
                <a:moveTo>
                  <a:pt x="1113514" y="805854"/>
                </a:moveTo>
                <a:lnTo>
                  <a:pt x="1110497" y="804348"/>
                </a:lnTo>
                <a:lnTo>
                  <a:pt x="1110497" y="812632"/>
                </a:lnTo>
                <a:lnTo>
                  <a:pt x="1113514" y="805854"/>
                </a:lnTo>
                <a:close/>
                <a:moveTo>
                  <a:pt x="1210079" y="824682"/>
                </a:moveTo>
                <a:lnTo>
                  <a:pt x="1209324" y="823929"/>
                </a:lnTo>
                <a:lnTo>
                  <a:pt x="1207816" y="823929"/>
                </a:lnTo>
                <a:lnTo>
                  <a:pt x="1210079" y="824682"/>
                </a:lnTo>
                <a:close/>
                <a:moveTo>
                  <a:pt x="1211588" y="823929"/>
                </a:moveTo>
                <a:lnTo>
                  <a:pt x="1211588" y="823175"/>
                </a:lnTo>
                <a:lnTo>
                  <a:pt x="1210079" y="822422"/>
                </a:lnTo>
                <a:lnTo>
                  <a:pt x="1211588" y="823928"/>
                </a:lnTo>
                <a:close/>
                <a:moveTo>
                  <a:pt x="1198763" y="819410"/>
                </a:moveTo>
                <a:lnTo>
                  <a:pt x="1200272" y="822422"/>
                </a:lnTo>
                <a:lnTo>
                  <a:pt x="1200272" y="821669"/>
                </a:lnTo>
                <a:lnTo>
                  <a:pt x="1198763" y="819410"/>
                </a:lnTo>
                <a:close/>
                <a:moveTo>
                  <a:pt x="1205553" y="819410"/>
                </a:moveTo>
                <a:lnTo>
                  <a:pt x="1198763" y="817150"/>
                </a:lnTo>
                <a:lnTo>
                  <a:pt x="1207062" y="823176"/>
                </a:lnTo>
                <a:lnTo>
                  <a:pt x="1205553" y="819410"/>
                </a:lnTo>
                <a:close/>
                <a:moveTo>
                  <a:pt x="1215360" y="811878"/>
                </a:moveTo>
                <a:lnTo>
                  <a:pt x="1215360" y="811878"/>
                </a:lnTo>
                <a:lnTo>
                  <a:pt x="1215360" y="812632"/>
                </a:lnTo>
                <a:lnTo>
                  <a:pt x="1215360" y="811878"/>
                </a:lnTo>
                <a:close/>
                <a:moveTo>
                  <a:pt x="1305135" y="823176"/>
                </a:moveTo>
                <a:lnTo>
                  <a:pt x="1303626" y="820163"/>
                </a:lnTo>
                <a:lnTo>
                  <a:pt x="1302872" y="820163"/>
                </a:lnTo>
                <a:lnTo>
                  <a:pt x="1305135" y="823176"/>
                </a:lnTo>
                <a:close/>
                <a:moveTo>
                  <a:pt x="2116884" y="772716"/>
                </a:moveTo>
                <a:lnTo>
                  <a:pt x="2115375" y="771209"/>
                </a:lnTo>
                <a:lnTo>
                  <a:pt x="2116130" y="772716"/>
                </a:lnTo>
                <a:lnTo>
                  <a:pt x="2116885" y="772716"/>
                </a:lnTo>
                <a:close/>
                <a:moveTo>
                  <a:pt x="1202535" y="796063"/>
                </a:moveTo>
                <a:lnTo>
                  <a:pt x="1202535" y="795310"/>
                </a:lnTo>
                <a:lnTo>
                  <a:pt x="1201780" y="796063"/>
                </a:lnTo>
                <a:lnTo>
                  <a:pt x="1202535" y="796063"/>
                </a:lnTo>
                <a:close/>
                <a:moveTo>
                  <a:pt x="2138762" y="759160"/>
                </a:moveTo>
                <a:lnTo>
                  <a:pt x="2141025" y="762172"/>
                </a:lnTo>
                <a:lnTo>
                  <a:pt x="2142534" y="762172"/>
                </a:lnTo>
                <a:lnTo>
                  <a:pt x="2138762" y="759160"/>
                </a:lnTo>
                <a:close/>
                <a:moveTo>
                  <a:pt x="1314188" y="815644"/>
                </a:moveTo>
                <a:lnTo>
                  <a:pt x="1313433" y="816398"/>
                </a:lnTo>
                <a:lnTo>
                  <a:pt x="1313433" y="818657"/>
                </a:lnTo>
                <a:lnTo>
                  <a:pt x="1314188" y="815645"/>
                </a:lnTo>
                <a:close/>
                <a:moveTo>
                  <a:pt x="1220641" y="802088"/>
                </a:moveTo>
                <a:lnTo>
                  <a:pt x="1222150" y="796063"/>
                </a:lnTo>
                <a:lnTo>
                  <a:pt x="1221395" y="796063"/>
                </a:lnTo>
                <a:lnTo>
                  <a:pt x="1220640" y="802088"/>
                </a:lnTo>
                <a:close/>
                <a:moveTo>
                  <a:pt x="2182518" y="741837"/>
                </a:moveTo>
                <a:lnTo>
                  <a:pt x="2175728" y="745603"/>
                </a:lnTo>
                <a:lnTo>
                  <a:pt x="2181764" y="748616"/>
                </a:lnTo>
                <a:lnTo>
                  <a:pt x="2182518" y="741837"/>
                </a:lnTo>
                <a:close/>
                <a:moveTo>
                  <a:pt x="1234220" y="798322"/>
                </a:moveTo>
                <a:lnTo>
                  <a:pt x="1233466" y="796816"/>
                </a:lnTo>
                <a:lnTo>
                  <a:pt x="1234220" y="798322"/>
                </a:lnTo>
                <a:lnTo>
                  <a:pt x="1234220" y="798322"/>
                </a:lnTo>
                <a:close/>
                <a:moveTo>
                  <a:pt x="1177639" y="781753"/>
                </a:moveTo>
                <a:lnTo>
                  <a:pt x="1158779" y="785519"/>
                </a:lnTo>
                <a:lnTo>
                  <a:pt x="1142182" y="807360"/>
                </a:lnTo>
                <a:lnTo>
                  <a:pt x="1177639" y="781753"/>
                </a:lnTo>
                <a:close/>
                <a:moveTo>
                  <a:pt x="1312679" y="810372"/>
                </a:moveTo>
                <a:lnTo>
                  <a:pt x="1308153" y="814138"/>
                </a:lnTo>
                <a:lnTo>
                  <a:pt x="1312679" y="813384"/>
                </a:lnTo>
                <a:lnTo>
                  <a:pt x="1312679" y="810372"/>
                </a:lnTo>
                <a:close/>
                <a:moveTo>
                  <a:pt x="2182518" y="738072"/>
                </a:moveTo>
                <a:lnTo>
                  <a:pt x="2181009" y="735059"/>
                </a:lnTo>
                <a:lnTo>
                  <a:pt x="2180255" y="736565"/>
                </a:lnTo>
                <a:lnTo>
                  <a:pt x="2182518" y="738072"/>
                </a:lnTo>
                <a:close/>
                <a:moveTo>
                  <a:pt x="1240256" y="790791"/>
                </a:moveTo>
                <a:lnTo>
                  <a:pt x="1234975" y="790038"/>
                </a:lnTo>
                <a:lnTo>
                  <a:pt x="1240256" y="795310"/>
                </a:lnTo>
                <a:lnTo>
                  <a:pt x="1240256" y="790791"/>
                </a:lnTo>
                <a:close/>
                <a:moveTo>
                  <a:pt x="2132727" y="747862"/>
                </a:moveTo>
                <a:lnTo>
                  <a:pt x="2131218" y="749369"/>
                </a:lnTo>
                <a:lnTo>
                  <a:pt x="2132727" y="754641"/>
                </a:lnTo>
                <a:lnTo>
                  <a:pt x="2132727" y="747862"/>
                </a:lnTo>
                <a:close/>
                <a:moveTo>
                  <a:pt x="1252326" y="790038"/>
                </a:moveTo>
                <a:lnTo>
                  <a:pt x="1250063" y="790791"/>
                </a:lnTo>
                <a:lnTo>
                  <a:pt x="1253081" y="793051"/>
                </a:lnTo>
                <a:lnTo>
                  <a:pt x="1252326" y="790038"/>
                </a:lnTo>
                <a:close/>
                <a:moveTo>
                  <a:pt x="1308153" y="805854"/>
                </a:moveTo>
                <a:lnTo>
                  <a:pt x="1305890" y="805854"/>
                </a:lnTo>
                <a:lnTo>
                  <a:pt x="1304381" y="804348"/>
                </a:lnTo>
                <a:lnTo>
                  <a:pt x="1308153" y="805854"/>
                </a:lnTo>
                <a:close/>
                <a:moveTo>
                  <a:pt x="1246291" y="790038"/>
                </a:moveTo>
                <a:lnTo>
                  <a:pt x="1242519" y="787778"/>
                </a:lnTo>
                <a:lnTo>
                  <a:pt x="1244028" y="790038"/>
                </a:lnTo>
                <a:lnTo>
                  <a:pt x="1246291" y="790038"/>
                </a:lnTo>
                <a:close/>
                <a:moveTo>
                  <a:pt x="1296837" y="798322"/>
                </a:moveTo>
                <a:lnTo>
                  <a:pt x="1290047" y="800582"/>
                </a:lnTo>
                <a:lnTo>
                  <a:pt x="1285521" y="812632"/>
                </a:lnTo>
                <a:lnTo>
                  <a:pt x="1296837" y="798322"/>
                </a:lnTo>
                <a:close/>
                <a:moveTo>
                  <a:pt x="2116130" y="745603"/>
                </a:moveTo>
                <a:lnTo>
                  <a:pt x="2116130" y="750875"/>
                </a:lnTo>
                <a:lnTo>
                  <a:pt x="2119147" y="747109"/>
                </a:lnTo>
                <a:lnTo>
                  <a:pt x="2116130" y="745603"/>
                </a:lnTo>
                <a:close/>
                <a:moveTo>
                  <a:pt x="1207816" y="774222"/>
                </a:moveTo>
                <a:lnTo>
                  <a:pt x="1213851" y="772716"/>
                </a:lnTo>
                <a:lnTo>
                  <a:pt x="1213097" y="772716"/>
                </a:lnTo>
                <a:lnTo>
                  <a:pt x="1207816" y="774222"/>
                </a:lnTo>
                <a:close/>
                <a:moveTo>
                  <a:pt x="1200272" y="769703"/>
                </a:moveTo>
                <a:lnTo>
                  <a:pt x="1198763" y="768197"/>
                </a:lnTo>
                <a:lnTo>
                  <a:pt x="1198763" y="768950"/>
                </a:lnTo>
                <a:lnTo>
                  <a:pt x="1200272" y="769704"/>
                </a:lnTo>
                <a:close/>
                <a:moveTo>
                  <a:pt x="2116130" y="740331"/>
                </a:moveTo>
                <a:lnTo>
                  <a:pt x="2114621" y="739578"/>
                </a:lnTo>
                <a:lnTo>
                  <a:pt x="2113866" y="741837"/>
                </a:lnTo>
                <a:lnTo>
                  <a:pt x="2116129" y="740331"/>
                </a:lnTo>
                <a:close/>
                <a:moveTo>
                  <a:pt x="1288538" y="785519"/>
                </a:moveTo>
                <a:lnTo>
                  <a:pt x="1287029" y="784766"/>
                </a:lnTo>
                <a:lnTo>
                  <a:pt x="1285521" y="787025"/>
                </a:lnTo>
                <a:lnTo>
                  <a:pt x="1288538" y="785519"/>
                </a:lnTo>
                <a:close/>
                <a:moveTo>
                  <a:pt x="2108586" y="741837"/>
                </a:moveTo>
                <a:lnTo>
                  <a:pt x="2109340" y="738072"/>
                </a:lnTo>
                <a:lnTo>
                  <a:pt x="2107831" y="737318"/>
                </a:lnTo>
                <a:lnTo>
                  <a:pt x="2108586" y="741837"/>
                </a:lnTo>
                <a:close/>
                <a:moveTo>
                  <a:pt x="2102550" y="738072"/>
                </a:moveTo>
                <a:lnTo>
                  <a:pt x="2100287" y="741084"/>
                </a:lnTo>
                <a:lnTo>
                  <a:pt x="2104059" y="741838"/>
                </a:lnTo>
                <a:lnTo>
                  <a:pt x="2102550" y="738072"/>
                </a:lnTo>
                <a:close/>
                <a:moveTo>
                  <a:pt x="1320224" y="774975"/>
                </a:moveTo>
                <a:lnTo>
                  <a:pt x="1318715" y="773469"/>
                </a:lnTo>
                <a:lnTo>
                  <a:pt x="1317960" y="773469"/>
                </a:lnTo>
                <a:lnTo>
                  <a:pt x="1320223" y="774975"/>
                </a:lnTo>
                <a:close/>
                <a:moveTo>
                  <a:pt x="2100287" y="724515"/>
                </a:moveTo>
                <a:lnTo>
                  <a:pt x="2106322" y="726775"/>
                </a:lnTo>
                <a:lnTo>
                  <a:pt x="2108586" y="723762"/>
                </a:lnTo>
                <a:lnTo>
                  <a:pt x="2100287" y="724515"/>
                </a:lnTo>
                <a:close/>
                <a:moveTo>
                  <a:pt x="2109340" y="719244"/>
                </a:moveTo>
                <a:lnTo>
                  <a:pt x="2107077" y="720750"/>
                </a:lnTo>
                <a:lnTo>
                  <a:pt x="2110849" y="723009"/>
                </a:lnTo>
                <a:lnTo>
                  <a:pt x="2109340" y="719244"/>
                </a:lnTo>
                <a:close/>
                <a:moveTo>
                  <a:pt x="2091988" y="723762"/>
                </a:moveTo>
                <a:lnTo>
                  <a:pt x="2090480" y="720750"/>
                </a:lnTo>
                <a:lnTo>
                  <a:pt x="2088971" y="722256"/>
                </a:lnTo>
                <a:lnTo>
                  <a:pt x="2091988" y="723762"/>
                </a:lnTo>
                <a:close/>
                <a:moveTo>
                  <a:pt x="2167430" y="695896"/>
                </a:moveTo>
                <a:lnTo>
                  <a:pt x="2157622" y="723762"/>
                </a:lnTo>
                <a:lnTo>
                  <a:pt x="2167430" y="717737"/>
                </a:lnTo>
                <a:lnTo>
                  <a:pt x="2167430" y="695896"/>
                </a:lnTo>
                <a:close/>
                <a:moveTo>
                  <a:pt x="1273450" y="753888"/>
                </a:moveTo>
                <a:lnTo>
                  <a:pt x="1272695" y="753888"/>
                </a:lnTo>
                <a:lnTo>
                  <a:pt x="1272695" y="753888"/>
                </a:lnTo>
                <a:lnTo>
                  <a:pt x="1273450" y="753888"/>
                </a:lnTo>
                <a:close/>
                <a:moveTo>
                  <a:pt x="2101041" y="706440"/>
                </a:moveTo>
                <a:lnTo>
                  <a:pt x="2094252" y="713218"/>
                </a:lnTo>
                <a:lnTo>
                  <a:pt x="2095760" y="720750"/>
                </a:lnTo>
                <a:lnTo>
                  <a:pt x="2101041" y="706440"/>
                </a:lnTo>
                <a:close/>
                <a:moveTo>
                  <a:pt x="1398682" y="766690"/>
                </a:moveTo>
                <a:lnTo>
                  <a:pt x="1398682" y="763678"/>
                </a:lnTo>
                <a:lnTo>
                  <a:pt x="1397928" y="765184"/>
                </a:lnTo>
                <a:lnTo>
                  <a:pt x="1398682" y="766690"/>
                </a:lnTo>
                <a:close/>
                <a:moveTo>
                  <a:pt x="2092743" y="698909"/>
                </a:moveTo>
                <a:lnTo>
                  <a:pt x="2114621" y="732047"/>
                </a:lnTo>
                <a:lnTo>
                  <a:pt x="2163658" y="762925"/>
                </a:lnTo>
                <a:lnTo>
                  <a:pt x="2152341" y="736565"/>
                </a:lnTo>
                <a:lnTo>
                  <a:pt x="2105568" y="696649"/>
                </a:lnTo>
                <a:lnTo>
                  <a:pt x="2092743" y="698909"/>
                </a:lnTo>
                <a:close/>
                <a:moveTo>
                  <a:pt x="1368506" y="754641"/>
                </a:moveTo>
                <a:lnTo>
                  <a:pt x="1367751" y="752381"/>
                </a:lnTo>
                <a:lnTo>
                  <a:pt x="1366243" y="753135"/>
                </a:lnTo>
                <a:lnTo>
                  <a:pt x="1368506" y="754641"/>
                </a:lnTo>
                <a:close/>
                <a:moveTo>
                  <a:pt x="2118393" y="686105"/>
                </a:moveTo>
                <a:lnTo>
                  <a:pt x="2115375" y="697403"/>
                </a:lnTo>
                <a:lnTo>
                  <a:pt x="2120656" y="693637"/>
                </a:lnTo>
                <a:lnTo>
                  <a:pt x="2118393" y="686105"/>
                </a:lnTo>
                <a:close/>
                <a:moveTo>
                  <a:pt x="2134236" y="686105"/>
                </a:moveTo>
                <a:lnTo>
                  <a:pt x="2133481" y="693637"/>
                </a:lnTo>
                <a:lnTo>
                  <a:pt x="2140271" y="695896"/>
                </a:lnTo>
                <a:lnTo>
                  <a:pt x="2134235" y="686105"/>
                </a:lnTo>
                <a:close/>
                <a:moveTo>
                  <a:pt x="1392647" y="744850"/>
                </a:moveTo>
                <a:lnTo>
                  <a:pt x="1388875" y="744096"/>
                </a:lnTo>
                <a:lnTo>
                  <a:pt x="1385103" y="745603"/>
                </a:lnTo>
                <a:lnTo>
                  <a:pt x="1392647" y="744849"/>
                </a:lnTo>
                <a:close/>
                <a:moveTo>
                  <a:pt x="1470352" y="750875"/>
                </a:moveTo>
                <a:lnTo>
                  <a:pt x="1467334" y="756147"/>
                </a:lnTo>
                <a:lnTo>
                  <a:pt x="1468843" y="751628"/>
                </a:lnTo>
                <a:lnTo>
                  <a:pt x="1470352" y="750875"/>
                </a:lnTo>
                <a:close/>
                <a:moveTo>
                  <a:pt x="1481668" y="751629"/>
                </a:moveTo>
                <a:lnTo>
                  <a:pt x="1474878" y="752382"/>
                </a:lnTo>
                <a:lnTo>
                  <a:pt x="1478650" y="756901"/>
                </a:lnTo>
                <a:lnTo>
                  <a:pt x="1481668" y="751629"/>
                </a:lnTo>
                <a:close/>
                <a:moveTo>
                  <a:pt x="1024493" y="655227"/>
                </a:moveTo>
                <a:lnTo>
                  <a:pt x="1032037" y="658993"/>
                </a:lnTo>
                <a:lnTo>
                  <a:pt x="1030529" y="657487"/>
                </a:lnTo>
                <a:lnTo>
                  <a:pt x="1024493" y="655227"/>
                </a:lnTo>
                <a:close/>
                <a:moveTo>
                  <a:pt x="1323996" y="729787"/>
                </a:moveTo>
                <a:lnTo>
                  <a:pt x="1324750" y="729034"/>
                </a:lnTo>
                <a:lnTo>
                  <a:pt x="1323996" y="729787"/>
                </a:lnTo>
                <a:lnTo>
                  <a:pt x="1323996" y="729787"/>
                </a:lnTo>
                <a:close/>
                <a:moveTo>
                  <a:pt x="1326259" y="729034"/>
                </a:moveTo>
                <a:lnTo>
                  <a:pt x="1327013" y="729034"/>
                </a:lnTo>
                <a:lnTo>
                  <a:pt x="1327013" y="728281"/>
                </a:lnTo>
                <a:lnTo>
                  <a:pt x="1326259" y="729034"/>
                </a:lnTo>
                <a:close/>
                <a:moveTo>
                  <a:pt x="2106322" y="671043"/>
                </a:moveTo>
                <a:lnTo>
                  <a:pt x="2110094" y="685352"/>
                </a:lnTo>
                <a:lnTo>
                  <a:pt x="2117638" y="680833"/>
                </a:lnTo>
                <a:lnTo>
                  <a:pt x="2106322" y="671043"/>
                </a:lnTo>
                <a:close/>
                <a:moveTo>
                  <a:pt x="1346628" y="720750"/>
                </a:moveTo>
                <a:lnTo>
                  <a:pt x="1347383" y="719996"/>
                </a:lnTo>
                <a:lnTo>
                  <a:pt x="1347383" y="719996"/>
                </a:lnTo>
                <a:lnTo>
                  <a:pt x="1346628" y="720750"/>
                </a:lnTo>
                <a:close/>
                <a:moveTo>
                  <a:pt x="2073882" y="677068"/>
                </a:moveTo>
                <a:lnTo>
                  <a:pt x="2077654" y="711712"/>
                </a:lnTo>
                <a:lnTo>
                  <a:pt x="2085199" y="704181"/>
                </a:lnTo>
                <a:lnTo>
                  <a:pt x="2073882" y="677068"/>
                </a:lnTo>
                <a:close/>
                <a:moveTo>
                  <a:pt x="2077654" y="665771"/>
                </a:moveTo>
                <a:lnTo>
                  <a:pt x="2095006" y="689871"/>
                </a:lnTo>
                <a:lnTo>
                  <a:pt x="2092743" y="674056"/>
                </a:lnTo>
                <a:lnTo>
                  <a:pt x="2077654" y="665771"/>
                </a:lnTo>
                <a:close/>
                <a:moveTo>
                  <a:pt x="2024091" y="671796"/>
                </a:moveTo>
                <a:lnTo>
                  <a:pt x="2019565" y="686105"/>
                </a:lnTo>
                <a:lnTo>
                  <a:pt x="2025600" y="676315"/>
                </a:lnTo>
                <a:lnTo>
                  <a:pt x="2024091" y="671796"/>
                </a:lnTo>
                <a:close/>
                <a:moveTo>
                  <a:pt x="1420561" y="708700"/>
                </a:moveTo>
                <a:lnTo>
                  <a:pt x="1419806" y="707946"/>
                </a:lnTo>
                <a:lnTo>
                  <a:pt x="1420561" y="708700"/>
                </a:lnTo>
                <a:lnTo>
                  <a:pt x="1420561" y="708700"/>
                </a:lnTo>
                <a:close/>
                <a:moveTo>
                  <a:pt x="1492230" y="710206"/>
                </a:moveTo>
                <a:lnTo>
                  <a:pt x="1490721" y="707947"/>
                </a:lnTo>
                <a:lnTo>
                  <a:pt x="1492230" y="710959"/>
                </a:lnTo>
                <a:lnTo>
                  <a:pt x="1492230" y="710206"/>
                </a:lnTo>
                <a:close/>
                <a:moveTo>
                  <a:pt x="2025600" y="660499"/>
                </a:moveTo>
                <a:lnTo>
                  <a:pt x="2055777" y="710206"/>
                </a:lnTo>
                <a:lnTo>
                  <a:pt x="2051250" y="676315"/>
                </a:lnTo>
                <a:lnTo>
                  <a:pt x="2025600" y="660499"/>
                </a:lnTo>
                <a:close/>
                <a:moveTo>
                  <a:pt x="1534477" y="686859"/>
                </a:moveTo>
                <a:lnTo>
                  <a:pt x="1532214" y="689118"/>
                </a:lnTo>
                <a:lnTo>
                  <a:pt x="1535986" y="690624"/>
                </a:lnTo>
                <a:lnTo>
                  <a:pt x="1534477" y="686859"/>
                </a:lnTo>
                <a:close/>
                <a:moveTo>
                  <a:pt x="1524669" y="688365"/>
                </a:moveTo>
                <a:lnTo>
                  <a:pt x="1525424" y="686105"/>
                </a:lnTo>
                <a:lnTo>
                  <a:pt x="1522407" y="686105"/>
                </a:lnTo>
                <a:lnTo>
                  <a:pt x="1524670" y="688365"/>
                </a:lnTo>
                <a:close/>
                <a:moveTo>
                  <a:pt x="1517125" y="688365"/>
                </a:moveTo>
                <a:lnTo>
                  <a:pt x="1497511" y="701168"/>
                </a:lnTo>
                <a:lnTo>
                  <a:pt x="1473369" y="732800"/>
                </a:lnTo>
                <a:lnTo>
                  <a:pt x="1485440" y="745603"/>
                </a:lnTo>
                <a:lnTo>
                  <a:pt x="1541267" y="704181"/>
                </a:lnTo>
                <a:lnTo>
                  <a:pt x="1517125" y="688365"/>
                </a:lnTo>
                <a:close/>
                <a:moveTo>
                  <a:pt x="1993160" y="639411"/>
                </a:moveTo>
                <a:lnTo>
                  <a:pt x="1987879" y="636399"/>
                </a:lnTo>
                <a:lnTo>
                  <a:pt x="1987879" y="640917"/>
                </a:lnTo>
                <a:lnTo>
                  <a:pt x="1993160" y="639411"/>
                </a:lnTo>
                <a:close/>
                <a:moveTo>
                  <a:pt x="1512599" y="679327"/>
                </a:moveTo>
                <a:lnTo>
                  <a:pt x="1513354" y="682340"/>
                </a:lnTo>
                <a:lnTo>
                  <a:pt x="1518635" y="685352"/>
                </a:lnTo>
                <a:lnTo>
                  <a:pt x="1512599" y="679327"/>
                </a:lnTo>
                <a:close/>
                <a:moveTo>
                  <a:pt x="2007494" y="625102"/>
                </a:moveTo>
                <a:lnTo>
                  <a:pt x="1992406" y="632633"/>
                </a:lnTo>
                <a:lnTo>
                  <a:pt x="2006740" y="637152"/>
                </a:lnTo>
                <a:lnTo>
                  <a:pt x="2007494" y="625102"/>
                </a:lnTo>
                <a:close/>
                <a:moveTo>
                  <a:pt x="1997687" y="625102"/>
                </a:moveTo>
                <a:lnTo>
                  <a:pt x="1996178" y="623596"/>
                </a:lnTo>
                <a:lnTo>
                  <a:pt x="1995423" y="625102"/>
                </a:lnTo>
                <a:lnTo>
                  <a:pt x="1997686" y="625102"/>
                </a:lnTo>
                <a:close/>
                <a:moveTo>
                  <a:pt x="2043706" y="613052"/>
                </a:moveTo>
                <a:lnTo>
                  <a:pt x="2037671" y="610792"/>
                </a:lnTo>
                <a:lnTo>
                  <a:pt x="2036162" y="615311"/>
                </a:lnTo>
                <a:lnTo>
                  <a:pt x="2043706" y="613052"/>
                </a:lnTo>
                <a:close/>
                <a:moveTo>
                  <a:pt x="2011266" y="618324"/>
                </a:moveTo>
                <a:lnTo>
                  <a:pt x="2005985" y="617570"/>
                </a:lnTo>
                <a:lnTo>
                  <a:pt x="2005985" y="619077"/>
                </a:lnTo>
                <a:lnTo>
                  <a:pt x="2011266" y="618323"/>
                </a:lnTo>
                <a:close/>
                <a:moveTo>
                  <a:pt x="2027863" y="612299"/>
                </a:moveTo>
                <a:lnTo>
                  <a:pt x="2058794" y="657487"/>
                </a:lnTo>
                <a:lnTo>
                  <a:pt x="2050496" y="616064"/>
                </a:lnTo>
                <a:lnTo>
                  <a:pt x="2027863" y="612299"/>
                </a:lnTo>
                <a:close/>
                <a:moveTo>
                  <a:pt x="1529950" y="661252"/>
                </a:moveTo>
                <a:lnTo>
                  <a:pt x="1511844" y="674809"/>
                </a:lnTo>
                <a:lnTo>
                  <a:pt x="1520143" y="683846"/>
                </a:lnTo>
                <a:lnTo>
                  <a:pt x="1544284" y="665771"/>
                </a:lnTo>
                <a:lnTo>
                  <a:pt x="1529950" y="661252"/>
                </a:lnTo>
                <a:close/>
                <a:moveTo>
                  <a:pt x="1324750" y="632633"/>
                </a:moveTo>
                <a:lnTo>
                  <a:pt x="1323995" y="631880"/>
                </a:lnTo>
                <a:lnTo>
                  <a:pt x="1323995" y="632633"/>
                </a:lnTo>
                <a:lnTo>
                  <a:pt x="1324750" y="632633"/>
                </a:lnTo>
                <a:close/>
                <a:moveTo>
                  <a:pt x="1316451" y="628868"/>
                </a:moveTo>
                <a:lnTo>
                  <a:pt x="1315697" y="625102"/>
                </a:lnTo>
                <a:lnTo>
                  <a:pt x="1315697" y="626608"/>
                </a:lnTo>
                <a:lnTo>
                  <a:pt x="1316451" y="628868"/>
                </a:lnTo>
                <a:close/>
                <a:moveTo>
                  <a:pt x="1548056" y="638658"/>
                </a:moveTo>
                <a:lnTo>
                  <a:pt x="1546547" y="639411"/>
                </a:lnTo>
                <a:lnTo>
                  <a:pt x="1546547" y="640165"/>
                </a:lnTo>
                <a:lnTo>
                  <a:pt x="1548056" y="638659"/>
                </a:lnTo>
                <a:close/>
                <a:moveTo>
                  <a:pt x="1540512" y="637152"/>
                </a:moveTo>
                <a:lnTo>
                  <a:pt x="1539758" y="637152"/>
                </a:lnTo>
                <a:lnTo>
                  <a:pt x="1538249" y="639411"/>
                </a:lnTo>
                <a:lnTo>
                  <a:pt x="1540512" y="637152"/>
                </a:lnTo>
                <a:close/>
                <a:moveTo>
                  <a:pt x="1558618" y="631127"/>
                </a:moveTo>
                <a:lnTo>
                  <a:pt x="1556355" y="629621"/>
                </a:lnTo>
                <a:lnTo>
                  <a:pt x="1556355" y="630374"/>
                </a:lnTo>
                <a:lnTo>
                  <a:pt x="1558618" y="631127"/>
                </a:lnTo>
                <a:close/>
                <a:moveTo>
                  <a:pt x="1564654" y="630374"/>
                </a:moveTo>
                <a:lnTo>
                  <a:pt x="1562390" y="628867"/>
                </a:lnTo>
                <a:lnTo>
                  <a:pt x="1562390" y="629621"/>
                </a:lnTo>
                <a:lnTo>
                  <a:pt x="1564654" y="630374"/>
                </a:lnTo>
                <a:close/>
                <a:moveTo>
                  <a:pt x="1554846" y="628114"/>
                </a:moveTo>
                <a:lnTo>
                  <a:pt x="1551828" y="628114"/>
                </a:lnTo>
                <a:lnTo>
                  <a:pt x="1551828" y="628868"/>
                </a:lnTo>
                <a:lnTo>
                  <a:pt x="1554846" y="628114"/>
                </a:lnTo>
                <a:close/>
                <a:moveTo>
                  <a:pt x="1704974" y="613051"/>
                </a:moveTo>
                <a:lnTo>
                  <a:pt x="1705729" y="610792"/>
                </a:lnTo>
                <a:lnTo>
                  <a:pt x="1704220" y="612298"/>
                </a:lnTo>
                <a:lnTo>
                  <a:pt x="1704975" y="613052"/>
                </a:lnTo>
                <a:close/>
                <a:moveTo>
                  <a:pt x="1750994" y="588951"/>
                </a:moveTo>
                <a:lnTo>
                  <a:pt x="1760046" y="577654"/>
                </a:lnTo>
                <a:lnTo>
                  <a:pt x="1757029" y="579914"/>
                </a:lnTo>
                <a:lnTo>
                  <a:pt x="1750994" y="588951"/>
                </a:lnTo>
                <a:close/>
                <a:moveTo>
                  <a:pt x="1658955" y="587445"/>
                </a:moveTo>
                <a:lnTo>
                  <a:pt x="1661973" y="585186"/>
                </a:lnTo>
                <a:lnTo>
                  <a:pt x="1662728" y="582173"/>
                </a:lnTo>
                <a:lnTo>
                  <a:pt x="1658955" y="587445"/>
                </a:lnTo>
                <a:close/>
                <a:moveTo>
                  <a:pt x="1658955" y="579161"/>
                </a:moveTo>
                <a:lnTo>
                  <a:pt x="1655937" y="581420"/>
                </a:lnTo>
                <a:lnTo>
                  <a:pt x="1661218" y="579914"/>
                </a:lnTo>
                <a:lnTo>
                  <a:pt x="1658955" y="579160"/>
                </a:lnTo>
                <a:close/>
                <a:moveTo>
                  <a:pt x="1535231" y="579161"/>
                </a:moveTo>
                <a:lnTo>
                  <a:pt x="1534477" y="576148"/>
                </a:lnTo>
                <a:lnTo>
                  <a:pt x="1533722" y="576148"/>
                </a:lnTo>
                <a:lnTo>
                  <a:pt x="1535231" y="579161"/>
                </a:lnTo>
                <a:close/>
                <a:moveTo>
                  <a:pt x="1655937" y="578407"/>
                </a:moveTo>
                <a:lnTo>
                  <a:pt x="1652920" y="581420"/>
                </a:lnTo>
                <a:lnTo>
                  <a:pt x="1651411" y="584432"/>
                </a:lnTo>
                <a:lnTo>
                  <a:pt x="1655937" y="578407"/>
                </a:lnTo>
                <a:close/>
                <a:moveTo>
                  <a:pt x="1738923" y="569369"/>
                </a:moveTo>
                <a:lnTo>
                  <a:pt x="1739678" y="569369"/>
                </a:lnTo>
                <a:lnTo>
                  <a:pt x="1740432" y="569369"/>
                </a:lnTo>
                <a:lnTo>
                  <a:pt x="1738924" y="569369"/>
                </a:lnTo>
                <a:close/>
                <a:moveTo>
                  <a:pt x="1742695" y="569369"/>
                </a:moveTo>
                <a:lnTo>
                  <a:pt x="1741186" y="568616"/>
                </a:lnTo>
                <a:lnTo>
                  <a:pt x="1741186" y="569369"/>
                </a:lnTo>
                <a:lnTo>
                  <a:pt x="1742695" y="569369"/>
                </a:lnTo>
                <a:close/>
                <a:moveTo>
                  <a:pt x="1733642" y="568616"/>
                </a:moveTo>
                <a:lnTo>
                  <a:pt x="1734397" y="569369"/>
                </a:lnTo>
                <a:lnTo>
                  <a:pt x="1734397" y="568616"/>
                </a:lnTo>
                <a:lnTo>
                  <a:pt x="1733642" y="568616"/>
                </a:lnTo>
                <a:close/>
                <a:moveTo>
                  <a:pt x="1671780" y="573135"/>
                </a:moveTo>
                <a:lnTo>
                  <a:pt x="1674798" y="570122"/>
                </a:lnTo>
                <a:lnTo>
                  <a:pt x="1671026" y="573135"/>
                </a:lnTo>
                <a:lnTo>
                  <a:pt x="1671780" y="573135"/>
                </a:lnTo>
                <a:close/>
                <a:moveTo>
                  <a:pt x="1717799" y="564097"/>
                </a:moveTo>
                <a:lnTo>
                  <a:pt x="1717799" y="564097"/>
                </a:lnTo>
                <a:lnTo>
                  <a:pt x="1717799" y="564097"/>
                </a:lnTo>
                <a:lnTo>
                  <a:pt x="1717799" y="564097"/>
                </a:lnTo>
                <a:close/>
                <a:moveTo>
                  <a:pt x="1680833" y="566357"/>
                </a:moveTo>
                <a:lnTo>
                  <a:pt x="1662727" y="595729"/>
                </a:lnTo>
                <a:lnTo>
                  <a:pt x="1686114" y="568616"/>
                </a:lnTo>
                <a:lnTo>
                  <a:pt x="1680833" y="566357"/>
                </a:lnTo>
                <a:close/>
                <a:moveTo>
                  <a:pt x="1657446" y="570122"/>
                </a:moveTo>
                <a:lnTo>
                  <a:pt x="1655183" y="567110"/>
                </a:lnTo>
                <a:lnTo>
                  <a:pt x="1654428" y="568616"/>
                </a:lnTo>
                <a:lnTo>
                  <a:pt x="1657446" y="570122"/>
                </a:lnTo>
                <a:close/>
                <a:moveTo>
                  <a:pt x="1714782" y="563344"/>
                </a:moveTo>
                <a:lnTo>
                  <a:pt x="1713273" y="562591"/>
                </a:lnTo>
                <a:lnTo>
                  <a:pt x="1714028" y="563344"/>
                </a:lnTo>
                <a:lnTo>
                  <a:pt x="1714782" y="563344"/>
                </a:lnTo>
                <a:close/>
                <a:moveTo>
                  <a:pt x="1734396" y="564850"/>
                </a:moveTo>
                <a:lnTo>
                  <a:pt x="1734396" y="559578"/>
                </a:lnTo>
                <a:lnTo>
                  <a:pt x="1732888" y="561838"/>
                </a:lnTo>
                <a:lnTo>
                  <a:pt x="1734396" y="564850"/>
                </a:lnTo>
                <a:close/>
                <a:moveTo>
                  <a:pt x="1180657" y="506859"/>
                </a:moveTo>
                <a:lnTo>
                  <a:pt x="1144445" y="505353"/>
                </a:lnTo>
                <a:lnTo>
                  <a:pt x="1169341" y="531713"/>
                </a:lnTo>
                <a:lnTo>
                  <a:pt x="1180657" y="506859"/>
                </a:lnTo>
                <a:close/>
                <a:moveTo>
                  <a:pt x="1695921" y="560331"/>
                </a:moveTo>
                <a:lnTo>
                  <a:pt x="1697430" y="565603"/>
                </a:lnTo>
                <a:lnTo>
                  <a:pt x="1701202" y="559578"/>
                </a:lnTo>
                <a:lnTo>
                  <a:pt x="1695921" y="560332"/>
                </a:lnTo>
                <a:close/>
                <a:moveTo>
                  <a:pt x="1665745" y="559578"/>
                </a:moveTo>
                <a:lnTo>
                  <a:pt x="1663482" y="576147"/>
                </a:lnTo>
                <a:lnTo>
                  <a:pt x="1667254" y="565603"/>
                </a:lnTo>
                <a:lnTo>
                  <a:pt x="1665745" y="559578"/>
                </a:lnTo>
                <a:close/>
                <a:moveTo>
                  <a:pt x="1010914" y="434558"/>
                </a:moveTo>
                <a:lnTo>
                  <a:pt x="1011669" y="431546"/>
                </a:lnTo>
                <a:lnTo>
                  <a:pt x="1011669" y="431546"/>
                </a:lnTo>
                <a:lnTo>
                  <a:pt x="1010914" y="434558"/>
                </a:lnTo>
                <a:close/>
                <a:moveTo>
                  <a:pt x="1658201" y="549034"/>
                </a:moveTo>
                <a:lnTo>
                  <a:pt x="1658955" y="551294"/>
                </a:lnTo>
                <a:lnTo>
                  <a:pt x="1660464" y="550540"/>
                </a:lnTo>
                <a:lnTo>
                  <a:pt x="1658201" y="549034"/>
                </a:lnTo>
                <a:close/>
                <a:moveTo>
                  <a:pt x="1654429" y="552047"/>
                </a:moveTo>
                <a:lnTo>
                  <a:pt x="1652920" y="547528"/>
                </a:lnTo>
                <a:lnTo>
                  <a:pt x="1650657" y="549034"/>
                </a:lnTo>
                <a:lnTo>
                  <a:pt x="1654429" y="552047"/>
                </a:lnTo>
                <a:close/>
                <a:moveTo>
                  <a:pt x="1689886" y="543010"/>
                </a:moveTo>
                <a:lnTo>
                  <a:pt x="1689886" y="539997"/>
                </a:lnTo>
                <a:lnTo>
                  <a:pt x="1687623" y="541503"/>
                </a:lnTo>
                <a:lnTo>
                  <a:pt x="1689886" y="543010"/>
                </a:lnTo>
                <a:close/>
                <a:moveTo>
                  <a:pt x="1655937" y="538491"/>
                </a:moveTo>
                <a:lnTo>
                  <a:pt x="1655937" y="546022"/>
                </a:lnTo>
                <a:lnTo>
                  <a:pt x="1658201" y="540750"/>
                </a:lnTo>
                <a:lnTo>
                  <a:pt x="1655937" y="538491"/>
                </a:lnTo>
                <a:close/>
                <a:moveTo>
                  <a:pt x="1598602" y="529453"/>
                </a:moveTo>
                <a:lnTo>
                  <a:pt x="1598602" y="527194"/>
                </a:lnTo>
                <a:lnTo>
                  <a:pt x="1598602" y="527194"/>
                </a:lnTo>
                <a:lnTo>
                  <a:pt x="1598602" y="529453"/>
                </a:lnTo>
                <a:close/>
                <a:moveTo>
                  <a:pt x="1204798" y="436065"/>
                </a:moveTo>
                <a:lnTo>
                  <a:pt x="1206307" y="431546"/>
                </a:lnTo>
                <a:lnTo>
                  <a:pt x="1205552" y="432299"/>
                </a:lnTo>
                <a:lnTo>
                  <a:pt x="1204798" y="436065"/>
                </a:lnTo>
                <a:close/>
                <a:moveTo>
                  <a:pt x="1207062" y="428533"/>
                </a:moveTo>
                <a:lnTo>
                  <a:pt x="1206307" y="427780"/>
                </a:lnTo>
                <a:lnTo>
                  <a:pt x="1205552" y="428533"/>
                </a:lnTo>
                <a:lnTo>
                  <a:pt x="1207061" y="428533"/>
                </a:lnTo>
                <a:close/>
                <a:moveTo>
                  <a:pt x="1240256" y="410458"/>
                </a:moveTo>
                <a:lnTo>
                  <a:pt x="1240256" y="409705"/>
                </a:lnTo>
                <a:lnTo>
                  <a:pt x="1240256" y="409705"/>
                </a:lnTo>
                <a:lnTo>
                  <a:pt x="1240256" y="410458"/>
                </a:lnTo>
                <a:close/>
                <a:moveTo>
                  <a:pt x="1240256" y="407445"/>
                </a:moveTo>
                <a:lnTo>
                  <a:pt x="1239501" y="405939"/>
                </a:lnTo>
                <a:lnTo>
                  <a:pt x="1239501" y="405939"/>
                </a:lnTo>
                <a:lnTo>
                  <a:pt x="1240256" y="407445"/>
                </a:lnTo>
                <a:close/>
                <a:moveTo>
                  <a:pt x="1253835" y="387864"/>
                </a:moveTo>
                <a:lnTo>
                  <a:pt x="1253835" y="387864"/>
                </a:lnTo>
                <a:lnTo>
                  <a:pt x="1253080" y="387864"/>
                </a:lnTo>
                <a:lnTo>
                  <a:pt x="1253835" y="387864"/>
                </a:lnTo>
                <a:close/>
                <a:moveTo>
                  <a:pt x="1258362" y="389370"/>
                </a:moveTo>
                <a:lnTo>
                  <a:pt x="1255344" y="387864"/>
                </a:lnTo>
                <a:lnTo>
                  <a:pt x="1255344" y="388617"/>
                </a:lnTo>
                <a:lnTo>
                  <a:pt x="1258362" y="389371"/>
                </a:lnTo>
                <a:close/>
                <a:moveTo>
                  <a:pt x="1253835" y="386358"/>
                </a:moveTo>
                <a:lnTo>
                  <a:pt x="1253835" y="384851"/>
                </a:lnTo>
                <a:lnTo>
                  <a:pt x="1252326" y="386358"/>
                </a:lnTo>
                <a:lnTo>
                  <a:pt x="1253835" y="386358"/>
                </a:lnTo>
                <a:close/>
                <a:moveTo>
                  <a:pt x="1133129" y="350960"/>
                </a:moveTo>
                <a:lnTo>
                  <a:pt x="1131620" y="347195"/>
                </a:lnTo>
                <a:lnTo>
                  <a:pt x="1130865" y="344936"/>
                </a:lnTo>
                <a:lnTo>
                  <a:pt x="1133129" y="350960"/>
                </a:lnTo>
                <a:close/>
                <a:moveTo>
                  <a:pt x="1144445" y="337404"/>
                </a:moveTo>
                <a:lnTo>
                  <a:pt x="1145200" y="337404"/>
                </a:lnTo>
                <a:lnTo>
                  <a:pt x="1145955" y="338157"/>
                </a:lnTo>
                <a:lnTo>
                  <a:pt x="1144446" y="337404"/>
                </a:lnTo>
                <a:close/>
                <a:moveTo>
                  <a:pt x="1124076" y="333638"/>
                </a:moveTo>
                <a:lnTo>
                  <a:pt x="1118041" y="326107"/>
                </a:lnTo>
                <a:lnTo>
                  <a:pt x="1122567" y="332132"/>
                </a:lnTo>
                <a:lnTo>
                  <a:pt x="1124076" y="333638"/>
                </a:lnTo>
                <a:close/>
                <a:moveTo>
                  <a:pt x="1112005" y="321588"/>
                </a:moveTo>
                <a:lnTo>
                  <a:pt x="1110497" y="321588"/>
                </a:lnTo>
                <a:lnTo>
                  <a:pt x="1112760" y="322342"/>
                </a:lnTo>
                <a:lnTo>
                  <a:pt x="1112005" y="321588"/>
                </a:lnTo>
                <a:close/>
                <a:moveTo>
                  <a:pt x="1113514" y="313304"/>
                </a:moveTo>
                <a:lnTo>
                  <a:pt x="1113514" y="313304"/>
                </a:lnTo>
                <a:lnTo>
                  <a:pt x="1113514" y="313304"/>
                </a:lnTo>
                <a:lnTo>
                  <a:pt x="1113514" y="313304"/>
                </a:lnTo>
                <a:close/>
                <a:moveTo>
                  <a:pt x="1112005" y="312550"/>
                </a:moveTo>
                <a:lnTo>
                  <a:pt x="1112005" y="312550"/>
                </a:lnTo>
                <a:lnTo>
                  <a:pt x="1113514" y="313304"/>
                </a:lnTo>
                <a:lnTo>
                  <a:pt x="1112005" y="312550"/>
                </a:lnTo>
                <a:close/>
                <a:moveTo>
                  <a:pt x="1311925" y="372048"/>
                </a:moveTo>
                <a:lnTo>
                  <a:pt x="1303626" y="372801"/>
                </a:lnTo>
                <a:lnTo>
                  <a:pt x="1308153" y="375061"/>
                </a:lnTo>
                <a:lnTo>
                  <a:pt x="1311925" y="372048"/>
                </a:lnTo>
                <a:close/>
                <a:moveTo>
                  <a:pt x="1103707" y="298994"/>
                </a:moveTo>
                <a:lnTo>
                  <a:pt x="1097671" y="321588"/>
                </a:lnTo>
                <a:lnTo>
                  <a:pt x="1116532" y="324601"/>
                </a:lnTo>
                <a:lnTo>
                  <a:pt x="1141428" y="350207"/>
                </a:lnTo>
                <a:lnTo>
                  <a:pt x="1156516" y="343429"/>
                </a:lnTo>
                <a:lnTo>
                  <a:pt x="1103707" y="298994"/>
                </a:lnTo>
                <a:close/>
                <a:moveTo>
                  <a:pt x="1235729" y="308032"/>
                </a:moveTo>
                <a:lnTo>
                  <a:pt x="1235729" y="306526"/>
                </a:lnTo>
                <a:lnTo>
                  <a:pt x="1235729" y="307279"/>
                </a:lnTo>
                <a:lnTo>
                  <a:pt x="1235729" y="308032"/>
                </a:lnTo>
                <a:close/>
                <a:moveTo>
                  <a:pt x="1198009" y="228200"/>
                </a:moveTo>
                <a:lnTo>
                  <a:pt x="1196500" y="227446"/>
                </a:lnTo>
                <a:lnTo>
                  <a:pt x="1197254" y="228200"/>
                </a:lnTo>
                <a:lnTo>
                  <a:pt x="1198009" y="228200"/>
                </a:lnTo>
                <a:close/>
                <a:moveTo>
                  <a:pt x="1219886" y="235731"/>
                </a:moveTo>
                <a:lnTo>
                  <a:pt x="1222150" y="234977"/>
                </a:lnTo>
                <a:lnTo>
                  <a:pt x="1221395" y="234977"/>
                </a:lnTo>
                <a:lnTo>
                  <a:pt x="1219886" y="235731"/>
                </a:lnTo>
                <a:close/>
                <a:moveTo>
                  <a:pt x="1234975" y="231212"/>
                </a:moveTo>
                <a:lnTo>
                  <a:pt x="1237238" y="231212"/>
                </a:lnTo>
                <a:lnTo>
                  <a:pt x="1244028" y="228200"/>
                </a:lnTo>
                <a:lnTo>
                  <a:pt x="1234975" y="231212"/>
                </a:lnTo>
                <a:close/>
                <a:moveTo>
                  <a:pt x="1262134" y="222928"/>
                </a:moveTo>
                <a:lnTo>
                  <a:pt x="1263643" y="221421"/>
                </a:lnTo>
                <a:lnTo>
                  <a:pt x="1261379" y="222928"/>
                </a:lnTo>
                <a:lnTo>
                  <a:pt x="1262134" y="222928"/>
                </a:lnTo>
                <a:close/>
                <a:moveTo>
                  <a:pt x="1265906" y="222174"/>
                </a:moveTo>
                <a:lnTo>
                  <a:pt x="1270432" y="219915"/>
                </a:lnTo>
                <a:lnTo>
                  <a:pt x="1266660" y="220668"/>
                </a:lnTo>
                <a:lnTo>
                  <a:pt x="1265905" y="222174"/>
                </a:lnTo>
                <a:close/>
                <a:moveTo>
                  <a:pt x="1277222" y="217656"/>
                </a:moveTo>
                <a:lnTo>
                  <a:pt x="1273450" y="218409"/>
                </a:lnTo>
                <a:lnTo>
                  <a:pt x="1273450" y="219162"/>
                </a:lnTo>
                <a:lnTo>
                  <a:pt x="1277222" y="217656"/>
                </a:lnTo>
                <a:close/>
                <a:moveTo>
                  <a:pt x="1281748" y="216902"/>
                </a:moveTo>
                <a:lnTo>
                  <a:pt x="1281748" y="216902"/>
                </a:lnTo>
                <a:lnTo>
                  <a:pt x="1281748" y="216902"/>
                </a:lnTo>
                <a:lnTo>
                  <a:pt x="1281748" y="216902"/>
                </a:lnTo>
                <a:close/>
                <a:moveTo>
                  <a:pt x="1761555" y="81338"/>
                </a:moveTo>
                <a:lnTo>
                  <a:pt x="1758538" y="79079"/>
                </a:lnTo>
                <a:lnTo>
                  <a:pt x="1753257" y="76819"/>
                </a:lnTo>
                <a:lnTo>
                  <a:pt x="1761555" y="81338"/>
                </a:lnTo>
                <a:close/>
                <a:moveTo>
                  <a:pt x="1366243" y="64769"/>
                </a:moveTo>
                <a:lnTo>
                  <a:pt x="1373032" y="55732"/>
                </a:lnTo>
                <a:lnTo>
                  <a:pt x="1369260" y="58744"/>
                </a:lnTo>
                <a:lnTo>
                  <a:pt x="1366243" y="64769"/>
                </a:lnTo>
                <a:close/>
                <a:moveTo>
                  <a:pt x="1375296" y="54225"/>
                </a:moveTo>
                <a:lnTo>
                  <a:pt x="1378313" y="49707"/>
                </a:lnTo>
                <a:lnTo>
                  <a:pt x="1376804" y="51213"/>
                </a:lnTo>
                <a:lnTo>
                  <a:pt x="1375296" y="54225"/>
                </a:lnTo>
                <a:close/>
                <a:moveTo>
                  <a:pt x="1379822" y="48200"/>
                </a:moveTo>
                <a:lnTo>
                  <a:pt x="1385103" y="43682"/>
                </a:lnTo>
                <a:lnTo>
                  <a:pt x="1382085" y="45188"/>
                </a:lnTo>
                <a:lnTo>
                  <a:pt x="1379822" y="48200"/>
                </a:lnTo>
                <a:close/>
                <a:moveTo>
                  <a:pt x="1617462" y="49707"/>
                </a:moveTo>
                <a:lnTo>
                  <a:pt x="1621234" y="53472"/>
                </a:lnTo>
                <a:lnTo>
                  <a:pt x="1623498" y="53472"/>
                </a:lnTo>
                <a:lnTo>
                  <a:pt x="1617462" y="49707"/>
                </a:lnTo>
                <a:close/>
                <a:moveTo>
                  <a:pt x="1496002" y="0"/>
                </a:moveTo>
                <a:lnTo>
                  <a:pt x="1465071" y="25606"/>
                </a:lnTo>
                <a:lnTo>
                  <a:pt x="1446211" y="20335"/>
                </a:lnTo>
                <a:lnTo>
                  <a:pt x="1402455" y="45188"/>
                </a:lnTo>
                <a:lnTo>
                  <a:pt x="1394156" y="39916"/>
                </a:lnTo>
                <a:lnTo>
                  <a:pt x="1344365" y="95648"/>
                </a:lnTo>
                <a:lnTo>
                  <a:pt x="1293819" y="106945"/>
                </a:lnTo>
                <a:lnTo>
                  <a:pt x="1298346" y="134057"/>
                </a:lnTo>
                <a:lnTo>
                  <a:pt x="1320978" y="164936"/>
                </a:lnTo>
                <a:lnTo>
                  <a:pt x="1363225" y="205605"/>
                </a:lnTo>
                <a:lnTo>
                  <a:pt x="1356435" y="221421"/>
                </a:lnTo>
                <a:lnTo>
                  <a:pt x="1388121" y="234977"/>
                </a:lnTo>
                <a:lnTo>
                  <a:pt x="1371524" y="237990"/>
                </a:lnTo>
                <a:lnTo>
                  <a:pt x="1351154" y="222174"/>
                </a:lnTo>
                <a:lnTo>
                  <a:pt x="1361716" y="245521"/>
                </a:lnTo>
                <a:lnTo>
                  <a:pt x="1348137" y="253806"/>
                </a:lnTo>
                <a:lnTo>
                  <a:pt x="1305135" y="214643"/>
                </a:lnTo>
                <a:lnTo>
                  <a:pt x="1271187" y="220668"/>
                </a:lnTo>
                <a:lnTo>
                  <a:pt x="1213097" y="242509"/>
                </a:lnTo>
                <a:lnTo>
                  <a:pt x="1239501" y="271881"/>
                </a:lnTo>
                <a:lnTo>
                  <a:pt x="1235729" y="289956"/>
                </a:lnTo>
                <a:lnTo>
                  <a:pt x="1253081" y="311043"/>
                </a:lnTo>
                <a:lnTo>
                  <a:pt x="1310416" y="333637"/>
                </a:lnTo>
                <a:lnTo>
                  <a:pt x="1351909" y="312550"/>
                </a:lnTo>
                <a:lnTo>
                  <a:pt x="1358699" y="328366"/>
                </a:lnTo>
                <a:lnTo>
                  <a:pt x="1347382" y="375813"/>
                </a:lnTo>
                <a:lnTo>
                  <a:pt x="1312679" y="375813"/>
                </a:lnTo>
                <a:lnTo>
                  <a:pt x="1271941" y="393888"/>
                </a:lnTo>
                <a:lnTo>
                  <a:pt x="1269678" y="381085"/>
                </a:lnTo>
                <a:lnTo>
                  <a:pt x="1248554" y="389369"/>
                </a:lnTo>
                <a:lnTo>
                  <a:pt x="1238747" y="411210"/>
                </a:lnTo>
                <a:lnTo>
                  <a:pt x="1204044" y="437570"/>
                </a:lnTo>
                <a:lnTo>
                  <a:pt x="1204044" y="475980"/>
                </a:lnTo>
                <a:lnTo>
                  <a:pt x="1217623" y="482005"/>
                </a:lnTo>
                <a:lnTo>
                  <a:pt x="1207062" y="514389"/>
                </a:lnTo>
                <a:lnTo>
                  <a:pt x="1252326" y="553552"/>
                </a:lnTo>
                <a:lnTo>
                  <a:pt x="1280994" y="541502"/>
                </a:lnTo>
                <a:lnTo>
                  <a:pt x="1274959" y="589703"/>
                </a:lnTo>
                <a:lnTo>
                  <a:pt x="1283257" y="600246"/>
                </a:lnTo>
                <a:lnTo>
                  <a:pt x="1317960" y="607778"/>
                </a:lnTo>
                <a:lnTo>
                  <a:pt x="1330785" y="622087"/>
                </a:lnTo>
                <a:lnTo>
                  <a:pt x="1360962" y="624347"/>
                </a:lnTo>
                <a:lnTo>
                  <a:pt x="1375296" y="639410"/>
                </a:lnTo>
                <a:lnTo>
                  <a:pt x="1406227" y="630372"/>
                </a:lnTo>
                <a:lnTo>
                  <a:pt x="1391893" y="649953"/>
                </a:lnTo>
                <a:lnTo>
                  <a:pt x="1380577" y="689869"/>
                </a:lnTo>
                <a:lnTo>
                  <a:pt x="1288538" y="749367"/>
                </a:lnTo>
                <a:lnTo>
                  <a:pt x="1276468" y="761417"/>
                </a:lnTo>
                <a:lnTo>
                  <a:pt x="1259116" y="754639"/>
                </a:lnTo>
                <a:lnTo>
                  <a:pt x="1231203" y="761417"/>
                </a:lnTo>
                <a:lnTo>
                  <a:pt x="1191219" y="787776"/>
                </a:lnTo>
                <a:lnTo>
                  <a:pt x="1253835" y="769701"/>
                </a:lnTo>
                <a:lnTo>
                  <a:pt x="1262888" y="783258"/>
                </a:lnTo>
                <a:lnTo>
                  <a:pt x="1343610" y="756898"/>
                </a:lnTo>
                <a:lnTo>
                  <a:pt x="1345874" y="767442"/>
                </a:lnTo>
                <a:lnTo>
                  <a:pt x="1377559" y="735810"/>
                </a:lnTo>
                <a:lnTo>
                  <a:pt x="1443947" y="689869"/>
                </a:lnTo>
                <a:lnTo>
                  <a:pt x="1449228" y="692882"/>
                </a:lnTo>
                <a:lnTo>
                  <a:pt x="1507318" y="646941"/>
                </a:lnTo>
                <a:lnTo>
                  <a:pt x="1492230" y="628866"/>
                </a:lnTo>
                <a:lnTo>
                  <a:pt x="1511844" y="596481"/>
                </a:lnTo>
                <a:lnTo>
                  <a:pt x="1563145" y="535477"/>
                </a:lnTo>
                <a:lnTo>
                  <a:pt x="1602374" y="527946"/>
                </a:lnTo>
                <a:lnTo>
                  <a:pt x="1614445" y="536230"/>
                </a:lnTo>
                <a:lnTo>
                  <a:pt x="1566917" y="549787"/>
                </a:lnTo>
                <a:lnTo>
                  <a:pt x="1554092" y="600246"/>
                </a:lnTo>
                <a:lnTo>
                  <a:pt x="1555601" y="627359"/>
                </a:lnTo>
                <a:lnTo>
                  <a:pt x="1572198" y="625853"/>
                </a:lnTo>
                <a:lnTo>
                  <a:pt x="1652165" y="577653"/>
                </a:lnTo>
                <a:lnTo>
                  <a:pt x="1658201" y="559577"/>
                </a:lnTo>
                <a:lnTo>
                  <a:pt x="1651411" y="531711"/>
                </a:lnTo>
                <a:lnTo>
                  <a:pt x="1675552" y="537737"/>
                </a:lnTo>
                <a:lnTo>
                  <a:pt x="1692904" y="526440"/>
                </a:lnTo>
                <a:lnTo>
                  <a:pt x="1742695" y="556565"/>
                </a:lnTo>
                <a:lnTo>
                  <a:pt x="1738923" y="564849"/>
                </a:lnTo>
                <a:lnTo>
                  <a:pt x="1852085" y="579159"/>
                </a:lnTo>
                <a:lnTo>
                  <a:pt x="1878489" y="570874"/>
                </a:lnTo>
                <a:lnTo>
                  <a:pt x="1886034" y="582171"/>
                </a:lnTo>
                <a:lnTo>
                  <a:pt x="1984107" y="628866"/>
                </a:lnTo>
                <a:lnTo>
                  <a:pt x="2000704" y="619075"/>
                </a:lnTo>
                <a:lnTo>
                  <a:pt x="2002213" y="562590"/>
                </a:lnTo>
                <a:lnTo>
                  <a:pt x="2015038" y="588197"/>
                </a:lnTo>
                <a:lnTo>
                  <a:pt x="2078409" y="634138"/>
                </a:lnTo>
                <a:lnTo>
                  <a:pt x="2083690" y="652966"/>
                </a:lnTo>
                <a:lnTo>
                  <a:pt x="2138762" y="683844"/>
                </a:lnTo>
                <a:lnTo>
                  <a:pt x="2153096" y="723760"/>
                </a:lnTo>
                <a:lnTo>
                  <a:pt x="2166675" y="692882"/>
                </a:lnTo>
                <a:lnTo>
                  <a:pt x="2194589" y="747107"/>
                </a:lnTo>
                <a:lnTo>
                  <a:pt x="2213449" y="716229"/>
                </a:lnTo>
                <a:lnTo>
                  <a:pt x="2198361" y="677819"/>
                </a:lnTo>
                <a:lnTo>
                  <a:pt x="2140271" y="671794"/>
                </a:lnTo>
                <a:lnTo>
                  <a:pt x="2051250" y="586690"/>
                </a:lnTo>
                <a:lnTo>
                  <a:pt x="2002968" y="551293"/>
                </a:lnTo>
                <a:lnTo>
                  <a:pt x="1966001" y="587443"/>
                </a:lnTo>
                <a:lnTo>
                  <a:pt x="1944123" y="587443"/>
                </a:lnTo>
                <a:lnTo>
                  <a:pt x="1893578" y="554305"/>
                </a:lnTo>
                <a:lnTo>
                  <a:pt x="1843786" y="552046"/>
                </a:lnTo>
                <a:lnTo>
                  <a:pt x="1772872" y="105438"/>
                </a:lnTo>
                <a:lnTo>
                  <a:pt x="1760801" y="84351"/>
                </a:lnTo>
                <a:lnTo>
                  <a:pt x="1732133" y="67029"/>
                </a:lnTo>
                <a:lnTo>
                  <a:pt x="1689132" y="75313"/>
                </a:lnTo>
                <a:lnTo>
                  <a:pt x="1655937" y="68535"/>
                </a:lnTo>
                <a:lnTo>
                  <a:pt x="1613690" y="51966"/>
                </a:lnTo>
                <a:lnTo>
                  <a:pt x="1569180" y="54978"/>
                </a:lnTo>
                <a:lnTo>
                  <a:pt x="1557864" y="33891"/>
                </a:lnTo>
                <a:lnTo>
                  <a:pt x="1522406" y="28619"/>
                </a:lnTo>
                <a:lnTo>
                  <a:pt x="1516371" y="15816"/>
                </a:lnTo>
                <a:lnTo>
                  <a:pt x="1500528" y="33891"/>
                </a:lnTo>
                <a:lnTo>
                  <a:pt x="1496002" y="0"/>
                </a:lnTo>
                <a:close/>
              </a:path>
            </a:pathLst>
          </a:custGeom>
          <a:solidFill>
            <a:srgbClr val="F9F9F9"/>
          </a:solidFill>
          <a:ln w="7544" cap="flat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584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Wang, Jingya</dc:creator>
  <cp:lastModifiedBy>Wang, Jingya</cp:lastModifiedBy>
  <cp:revision>2</cp:revision>
  <dcterms:created xsi:type="dcterms:W3CDTF">2026-04-30T03:04:08Z</dcterms:created>
  <dcterms:modified xsi:type="dcterms:W3CDTF">2026-05-01T17:03:33Z</dcterms:modified>
</cp:coreProperties>
</file>